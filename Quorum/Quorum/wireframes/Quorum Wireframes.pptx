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/landing page (authenticated) - (Desktop)" id="{054E4CFF-9D0A-4AC6-ADA7-1FF9D68BCA47}">
          <p14:sldIdLst>
            <p14:sldId id="256"/>
          </p14:sldIdLst>
        </p14:section>
        <p14:section name="Create account (Desktop)" id="{9EA9F03B-52D4-47BE-A98D-D169EAF66582}">
          <p14:sldIdLst>
            <p14:sldId id="258"/>
          </p14:sldIdLst>
        </p14:section>
        <p14:section name="Login (desktop)" id="{11BF42F7-CBC4-4B30-8034-2C5FFA73C437}">
          <p14:sldIdLst>
            <p14:sldId id="259"/>
          </p14:sldIdLst>
        </p14:section>
        <p14:section name="Settings (desktop)" id="{612FB922-9187-436B-9DD8-679893F87E9B}">
          <p14:sldIdLst>
            <p14:sldId id="260"/>
          </p14:sldIdLst>
        </p14:section>
        <p14:section name="Group Discovery (Desktop)" id="{CF682C57-DB81-4B46-8CA6-CF3461896EF2}">
          <p14:sldIdLst>
            <p14:sldId id="261"/>
          </p14:sldIdLst>
        </p14:section>
        <p14:section name="Create Group (Desktop)" id="{C14CA3E5-6F14-42EA-96DC-D84E30BA6D5D}">
          <p14:sldIdLst>
            <p14:sldId id="262"/>
          </p14:sldIdLst>
        </p14:section>
        <p14:section name="Group [text] (Desktop)" id="{3325BA8B-4CDA-4102-9A6E-72C49D33C750}">
          <p14:sldIdLst>
            <p14:sldId id="263"/>
          </p14:sldIdLst>
        </p14:section>
        <p14:section name="Group [Voice] (Desktop)" id="{D750C519-7EF1-4233-BE5E-88EA1BD1BF06}">
          <p14:sldIdLst>
            <p14:sldId id="264"/>
          </p14:sldIdLst>
        </p14:section>
        <p14:section name="Group [Gallery(view)] (Desktop)" id="{0D575CC8-54A9-4C14-8D2F-C698C4E46C34}">
          <p14:sldIdLst>
            <p14:sldId id="265"/>
          </p14:sldIdLst>
        </p14:section>
        <p14:section name="Group [Gallery(add)] (Desktop)" id="{12731C83-9D66-4BCE-A1E4-8EF6107BD224}">
          <p14:sldIdLst>
            <p14:sldId id="266"/>
          </p14:sldIdLst>
        </p14:section>
        <p14:section name="Group IDE/notepad [directory] (desktop)" id="{3D3F4F12-EB45-4146-A5C5-ABA3595C64ED}">
          <p14:sldIdLst>
            <p14:sldId id="267"/>
          </p14:sldIdLst>
        </p14:section>
        <p14:section name="Group IDE/notepad [file] (desktop)" id="{71AE2124-E4B0-4838-B7A5-586125EB2A5D}">
          <p14:sldIdLst>
            <p14:sldId id="268"/>
          </p14:sldIdLst>
        </p14:section>
        <p14:section name="Group [Project board - To do] (desktop)" id="{0522EDB7-D773-4D0C-BBA9-379A34726986}">
          <p14:sldIdLst>
            <p14:sldId id="269"/>
          </p14:sldIdLst>
        </p14:section>
        <p14:section name="Group [Project board - Kanban]  (desktop)" id="{8595BBDB-8A30-4726-9567-AD44E30FF3A0}">
          <p14:sldIdLst>
            <p14:sldId id="270"/>
          </p14:sldIdLst>
        </p14:section>
        <p14:section name="Group [Project baord - Gantt chart] (desktop)" id="{AFD2C6C1-241B-4F9B-9D4A-654399D8D9C2}">
          <p14:sldIdLst>
            <p14:sldId id="271"/>
          </p14:sldIdLst>
        </p14:section>
        <p14:section name="Group [project board - Calender] (desktop)" id="{059F2591-D9F6-4878-A868-B5873715EF7C}">
          <p14:sldIdLst>
            <p14:sldId id="272"/>
          </p14:sldIdLst>
        </p14:section>
        <p14:section name="Group [Project board - table] (desktop)" id="{806B8829-2541-4615-8B90-56DA07846CB8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7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94660"/>
  </p:normalViewPr>
  <p:slideViewPr>
    <p:cSldViewPr snapToGrid="0">
      <p:cViewPr>
        <p:scale>
          <a:sx n="66" d="100"/>
          <a:sy n="66" d="100"/>
        </p:scale>
        <p:origin x="47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F4F6-5BCF-7130-C05F-53C0367A3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AE17A-1971-BF30-73A0-AD2D43E2D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42B3-90F1-57D6-ECF1-A0421582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C79F3-1135-0036-4B6C-F1376E8E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9F4AB-5250-4DD0-6D6B-B4E19731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722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E0FA-1100-6CEA-4CB9-A537943D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D0139-8D43-DC57-A314-B4D503640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0BCA2-6687-4A10-B844-C0A463C7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1C762-0019-4150-634B-7A250730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5095A-DAA7-A26C-36D6-86D52068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651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1093-78AC-BCEB-46C5-46C75901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60CF7-F772-A4DC-F15F-616B3005E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1C405-DAE0-B398-7EAC-79082814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8C541-9368-2E05-3F13-8C60CA45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43C0-861B-6E4D-AA1C-93CA303B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86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A1C4-AD5E-12E3-32DA-A01885DD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DF514-C836-B54E-D907-1EC8E3D59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522A2-7DDB-FD4A-9CCF-8B67E8FF3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549B6-43BB-A26D-98D2-7F3AD911F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B1A12-431D-9545-2036-14F198A8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83172-25BC-FEC8-7A65-C987722B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49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12E5-6F23-1F0C-3A59-A66B7D163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07283-F182-F3B1-3DE5-0E4911572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EEF68-F162-B34D-3F4C-22F46AFEC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2EB136-1B69-9DD2-AFBF-88A1A4276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68D66-4B02-E9B3-26B7-C8A1DC805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02BE52-AC07-2CAF-9968-51115352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344322-2ADB-8235-43AF-B5A704D3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BE57A6-35A2-E0C8-1A73-4112DDB9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40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CAD3-42AE-D0E5-9ADD-49DDE6C9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2BD68-88C7-2CC7-C2EF-3F48D29C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564F8-DF3F-18E2-6F70-EBE02468B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6FA11-EC84-B4D0-E216-DBFECCFA0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09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A6F80-A8C9-63D9-F743-45A33A49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20AC8E-9E82-6AB5-D7AB-A0B57338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8934C-259B-3939-9AB7-5339F548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1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5448-19BA-CB9D-3BEB-C250877F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EBF52-63ED-EE5A-BAB8-C2AA713C2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823A9-B6E2-FF6F-2377-447654A9C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788E1-8612-3A3B-4064-BBD22CAD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1ADD1-47F7-BD5F-E3E2-FE7D9D06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842EE-E328-C516-CAE7-0CE554418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39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7A7D-1AD2-4AF3-371B-2B1BE6D31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87C50-A58F-6F30-33AF-5EAAB8A9D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6EA3B-2D43-57DD-F745-C716E46C7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32FD7-7DB0-F32C-A53E-F62FB057A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F6B5C-B1CA-5685-A5CC-1D661969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D26CF-7819-1E4B-FC7F-29A569B99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84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2A4CE-9B5F-7C76-811F-C428366C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3C7F2-C57A-7D83-6CD9-DD1F6D7A4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29BDF-FFDC-78A0-3CFB-BE85F5034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7CE64-F08E-A54F-B92A-945B0A70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80B81-FE87-87DC-FB85-F71ECCBC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02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4823CB-F57F-9DD2-EB95-601B39CE1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2078B-820A-FDB2-6866-A83CB83C6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9D41D-8298-A5CD-BC0C-BD98E75A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82212-2228-4771-7B59-C5B55F7B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F9127-3BEA-CB36-FDF0-8991FB86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98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BBAAD-F0D7-E6DC-5470-E79E3D68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8BB8D-6CA1-9719-AC4B-085236356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CEECF-0A17-9DAA-18B6-459C7353F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9CB14C-CD83-49A0-9BE8-20A55022B6E9}" type="datetimeFigureOut">
              <a:rPr lang="en-GB" smtClean="0"/>
              <a:t>29/03/2026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DE213-E7BA-82C8-CAAA-4A1912990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349F-878C-4CC8-A3BC-2FB298025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7EB22-9A43-4715-AA91-AAFCB26D10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12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18" Type="http://schemas.openxmlformats.org/officeDocument/2006/relationships/image" Target="../media/image23.svg"/><Relationship Id="rId3" Type="http://schemas.openxmlformats.org/officeDocument/2006/relationships/image" Target="../media/image2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17" Type="http://schemas.openxmlformats.org/officeDocument/2006/relationships/image" Target="../media/image22.svg"/><Relationship Id="rId25" Type="http://schemas.openxmlformats.org/officeDocument/2006/relationships/image" Target="../media/image30.svg"/><Relationship Id="rId2" Type="http://schemas.openxmlformats.org/officeDocument/2006/relationships/image" Target="../media/image1.svg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6.svg"/><Relationship Id="rId24" Type="http://schemas.openxmlformats.org/officeDocument/2006/relationships/image" Target="../media/image29.svg"/><Relationship Id="rId5" Type="http://schemas.openxmlformats.org/officeDocument/2006/relationships/image" Target="../media/image4.svg"/><Relationship Id="rId15" Type="http://schemas.openxmlformats.org/officeDocument/2006/relationships/image" Target="../media/image20.svg"/><Relationship Id="rId23" Type="http://schemas.openxmlformats.org/officeDocument/2006/relationships/image" Target="../media/image28.svg"/><Relationship Id="rId10" Type="http://schemas.openxmlformats.org/officeDocument/2006/relationships/image" Target="../media/image15.svg"/><Relationship Id="rId19" Type="http://schemas.openxmlformats.org/officeDocument/2006/relationships/image" Target="../media/image24.svg"/><Relationship Id="rId4" Type="http://schemas.openxmlformats.org/officeDocument/2006/relationships/image" Target="../media/image3.svg"/><Relationship Id="rId9" Type="http://schemas.openxmlformats.org/officeDocument/2006/relationships/image" Target="../media/image14.svg"/><Relationship Id="rId14" Type="http://schemas.openxmlformats.org/officeDocument/2006/relationships/image" Target="../media/image19.svg"/><Relationship Id="rId22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18" Type="http://schemas.openxmlformats.org/officeDocument/2006/relationships/image" Target="../media/image31.svg"/><Relationship Id="rId26" Type="http://schemas.openxmlformats.org/officeDocument/2006/relationships/image" Target="../media/image39.svg"/><Relationship Id="rId3" Type="http://schemas.openxmlformats.org/officeDocument/2006/relationships/image" Target="../media/image2.svg"/><Relationship Id="rId21" Type="http://schemas.openxmlformats.org/officeDocument/2006/relationships/image" Target="../media/image34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17" Type="http://schemas.openxmlformats.org/officeDocument/2006/relationships/image" Target="../media/image24.svg"/><Relationship Id="rId25" Type="http://schemas.openxmlformats.org/officeDocument/2006/relationships/image" Target="../media/image38.svg"/><Relationship Id="rId2" Type="http://schemas.openxmlformats.org/officeDocument/2006/relationships/image" Target="../media/image1.svg"/><Relationship Id="rId16" Type="http://schemas.openxmlformats.org/officeDocument/2006/relationships/image" Target="../media/image23.svg"/><Relationship Id="rId20" Type="http://schemas.openxmlformats.org/officeDocument/2006/relationships/image" Target="../media/image3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6.svg"/><Relationship Id="rId24" Type="http://schemas.openxmlformats.org/officeDocument/2006/relationships/image" Target="../media/image37.svg"/><Relationship Id="rId5" Type="http://schemas.openxmlformats.org/officeDocument/2006/relationships/image" Target="../media/image4.svg"/><Relationship Id="rId15" Type="http://schemas.openxmlformats.org/officeDocument/2006/relationships/image" Target="../media/image20.svg"/><Relationship Id="rId23" Type="http://schemas.openxmlformats.org/officeDocument/2006/relationships/image" Target="../media/image36.svg"/><Relationship Id="rId28" Type="http://schemas.openxmlformats.org/officeDocument/2006/relationships/image" Target="../media/image41.svg"/><Relationship Id="rId10" Type="http://schemas.openxmlformats.org/officeDocument/2006/relationships/image" Target="../media/image15.svg"/><Relationship Id="rId19" Type="http://schemas.openxmlformats.org/officeDocument/2006/relationships/image" Target="../media/image32.svg"/><Relationship Id="rId4" Type="http://schemas.openxmlformats.org/officeDocument/2006/relationships/image" Target="../media/image3.svg"/><Relationship Id="rId9" Type="http://schemas.openxmlformats.org/officeDocument/2006/relationships/image" Target="../media/image14.svg"/><Relationship Id="rId14" Type="http://schemas.openxmlformats.org/officeDocument/2006/relationships/image" Target="../media/image19.svg"/><Relationship Id="rId22" Type="http://schemas.openxmlformats.org/officeDocument/2006/relationships/image" Target="../media/image35.svg"/><Relationship Id="rId27" Type="http://schemas.openxmlformats.org/officeDocument/2006/relationships/image" Target="../media/image4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18" Type="http://schemas.openxmlformats.org/officeDocument/2006/relationships/image" Target="../media/image23.svg"/><Relationship Id="rId3" Type="http://schemas.openxmlformats.org/officeDocument/2006/relationships/image" Target="../media/image2.svg"/><Relationship Id="rId21" Type="http://schemas.openxmlformats.org/officeDocument/2006/relationships/image" Target="../media/image6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17" Type="http://schemas.openxmlformats.org/officeDocument/2006/relationships/image" Target="../media/image22.svg"/><Relationship Id="rId2" Type="http://schemas.openxmlformats.org/officeDocument/2006/relationships/image" Target="../media/image1.svg"/><Relationship Id="rId16" Type="http://schemas.openxmlformats.org/officeDocument/2006/relationships/image" Target="../media/image21.svg"/><Relationship Id="rId20" Type="http://schemas.openxmlformats.org/officeDocument/2006/relationships/image" Target="../media/image3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6.svg"/><Relationship Id="rId5" Type="http://schemas.openxmlformats.org/officeDocument/2006/relationships/image" Target="../media/image4.svg"/><Relationship Id="rId15" Type="http://schemas.openxmlformats.org/officeDocument/2006/relationships/image" Target="../media/image20.svg"/><Relationship Id="rId23" Type="http://schemas.openxmlformats.org/officeDocument/2006/relationships/image" Target="../media/image43.svg"/><Relationship Id="rId10" Type="http://schemas.openxmlformats.org/officeDocument/2006/relationships/image" Target="../media/image15.svg"/><Relationship Id="rId19" Type="http://schemas.openxmlformats.org/officeDocument/2006/relationships/image" Target="../media/image24.svg"/><Relationship Id="rId4" Type="http://schemas.openxmlformats.org/officeDocument/2006/relationships/image" Target="../media/image3.svg"/><Relationship Id="rId9" Type="http://schemas.openxmlformats.org/officeDocument/2006/relationships/image" Target="../media/image14.svg"/><Relationship Id="rId14" Type="http://schemas.openxmlformats.org/officeDocument/2006/relationships/image" Target="../media/image19.svg"/><Relationship Id="rId22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18" Type="http://schemas.openxmlformats.org/officeDocument/2006/relationships/image" Target="../media/image23.svg"/><Relationship Id="rId3" Type="http://schemas.openxmlformats.org/officeDocument/2006/relationships/image" Target="../media/image2.svg"/><Relationship Id="rId21" Type="http://schemas.openxmlformats.org/officeDocument/2006/relationships/image" Target="../media/image42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17" Type="http://schemas.openxmlformats.org/officeDocument/2006/relationships/image" Target="../media/image22.svg"/><Relationship Id="rId2" Type="http://schemas.openxmlformats.org/officeDocument/2006/relationships/image" Target="../media/image1.svg"/><Relationship Id="rId16" Type="http://schemas.openxmlformats.org/officeDocument/2006/relationships/image" Target="../media/image21.svg"/><Relationship Id="rId20" Type="http://schemas.openxmlformats.org/officeDocument/2006/relationships/image" Target="../media/image3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6.svg"/><Relationship Id="rId5" Type="http://schemas.openxmlformats.org/officeDocument/2006/relationships/image" Target="../media/image4.svg"/><Relationship Id="rId15" Type="http://schemas.openxmlformats.org/officeDocument/2006/relationships/image" Target="../media/image20.svg"/><Relationship Id="rId10" Type="http://schemas.openxmlformats.org/officeDocument/2006/relationships/image" Target="../media/image15.svg"/><Relationship Id="rId19" Type="http://schemas.openxmlformats.org/officeDocument/2006/relationships/image" Target="../media/image24.svg"/><Relationship Id="rId4" Type="http://schemas.openxmlformats.org/officeDocument/2006/relationships/image" Target="../media/image3.svg"/><Relationship Id="rId9" Type="http://schemas.openxmlformats.org/officeDocument/2006/relationships/image" Target="../media/image14.svg"/><Relationship Id="rId1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18" Type="http://schemas.openxmlformats.org/officeDocument/2006/relationships/image" Target="../media/image44.svg"/><Relationship Id="rId3" Type="http://schemas.openxmlformats.org/officeDocument/2006/relationships/image" Target="../media/image2.svg"/><Relationship Id="rId21" Type="http://schemas.openxmlformats.org/officeDocument/2006/relationships/image" Target="../media/image47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4.svg"/><Relationship Id="rId2" Type="http://schemas.openxmlformats.org/officeDocument/2006/relationships/image" Target="../media/image1.svg"/><Relationship Id="rId16" Type="http://schemas.openxmlformats.org/officeDocument/2006/relationships/image" Target="../media/image23.svg"/><Relationship Id="rId20" Type="http://schemas.openxmlformats.org/officeDocument/2006/relationships/image" Target="../media/image4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16.svg"/><Relationship Id="rId19" Type="http://schemas.openxmlformats.org/officeDocument/2006/relationships/image" Target="../media/image45.svg"/><Relationship Id="rId4" Type="http://schemas.openxmlformats.org/officeDocument/2006/relationships/image" Target="../media/image3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18" Type="http://schemas.openxmlformats.org/officeDocument/2006/relationships/image" Target="../media/image44.svg"/><Relationship Id="rId3" Type="http://schemas.openxmlformats.org/officeDocument/2006/relationships/image" Target="../media/image2.svg"/><Relationship Id="rId21" Type="http://schemas.openxmlformats.org/officeDocument/2006/relationships/image" Target="../media/image50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4.svg"/><Relationship Id="rId2" Type="http://schemas.openxmlformats.org/officeDocument/2006/relationships/image" Target="../media/image1.svg"/><Relationship Id="rId16" Type="http://schemas.openxmlformats.org/officeDocument/2006/relationships/image" Target="../media/image23.svg"/><Relationship Id="rId20" Type="http://schemas.openxmlformats.org/officeDocument/2006/relationships/image" Target="../media/image4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16.svg"/><Relationship Id="rId19" Type="http://schemas.openxmlformats.org/officeDocument/2006/relationships/image" Target="../media/image48.svg"/><Relationship Id="rId4" Type="http://schemas.openxmlformats.org/officeDocument/2006/relationships/image" Target="../media/image3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18" Type="http://schemas.openxmlformats.org/officeDocument/2006/relationships/image" Target="../media/image44.svg"/><Relationship Id="rId3" Type="http://schemas.openxmlformats.org/officeDocument/2006/relationships/image" Target="../media/image2.svg"/><Relationship Id="rId21" Type="http://schemas.openxmlformats.org/officeDocument/2006/relationships/image" Target="../media/image52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4.svg"/><Relationship Id="rId2" Type="http://schemas.openxmlformats.org/officeDocument/2006/relationships/image" Target="../media/image1.svg"/><Relationship Id="rId16" Type="http://schemas.openxmlformats.org/officeDocument/2006/relationships/image" Target="../media/image23.svg"/><Relationship Id="rId20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24" Type="http://schemas.openxmlformats.org/officeDocument/2006/relationships/image" Target="../media/image55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23" Type="http://schemas.openxmlformats.org/officeDocument/2006/relationships/image" Target="../media/image54.svg"/><Relationship Id="rId10" Type="http://schemas.openxmlformats.org/officeDocument/2006/relationships/image" Target="../media/image16.svg"/><Relationship Id="rId19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Relationship Id="rId22" Type="http://schemas.openxmlformats.org/officeDocument/2006/relationships/image" Target="../media/image5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18" Type="http://schemas.openxmlformats.org/officeDocument/2006/relationships/image" Target="../media/image44.sv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4.svg"/><Relationship Id="rId2" Type="http://schemas.openxmlformats.org/officeDocument/2006/relationships/image" Target="../media/image1.svg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16.svg"/><Relationship Id="rId19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18" Type="http://schemas.openxmlformats.org/officeDocument/2006/relationships/image" Target="../media/image44.sv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4.svg"/><Relationship Id="rId2" Type="http://schemas.openxmlformats.org/officeDocument/2006/relationships/image" Target="../media/image1.svg"/><Relationship Id="rId16" Type="http://schemas.openxmlformats.org/officeDocument/2006/relationships/image" Target="../media/image23.svg"/><Relationship Id="rId20" Type="http://schemas.openxmlformats.org/officeDocument/2006/relationships/image" Target="../media/image5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16.svg"/><Relationship Id="rId19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18" Type="http://schemas.openxmlformats.org/officeDocument/2006/relationships/image" Target="../media/image44.svg"/><Relationship Id="rId3" Type="http://schemas.openxmlformats.org/officeDocument/2006/relationships/image" Target="../media/image2.svg"/><Relationship Id="rId21" Type="http://schemas.openxmlformats.org/officeDocument/2006/relationships/image" Target="../media/image57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4.svg"/><Relationship Id="rId2" Type="http://schemas.openxmlformats.org/officeDocument/2006/relationships/image" Target="../media/image1.svg"/><Relationship Id="rId16" Type="http://schemas.openxmlformats.org/officeDocument/2006/relationships/image" Target="../media/image23.svg"/><Relationship Id="rId20" Type="http://schemas.openxmlformats.org/officeDocument/2006/relationships/image" Target="../media/image5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16.svg"/><Relationship Id="rId19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18" Type="http://schemas.openxmlformats.org/officeDocument/2006/relationships/image" Target="../media/image44.sv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17" Type="http://schemas.openxmlformats.org/officeDocument/2006/relationships/image" Target="../media/image24.svg"/><Relationship Id="rId2" Type="http://schemas.openxmlformats.org/officeDocument/2006/relationships/image" Target="../media/image1.svg"/><Relationship Id="rId16" Type="http://schemas.openxmlformats.org/officeDocument/2006/relationships/image" Target="../media/image23.svg"/><Relationship Id="rId20" Type="http://schemas.openxmlformats.org/officeDocument/2006/relationships/image" Target="../media/image5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4.svg"/><Relationship Id="rId15" Type="http://schemas.openxmlformats.org/officeDocument/2006/relationships/image" Target="../media/image22.svg"/><Relationship Id="rId10" Type="http://schemas.openxmlformats.org/officeDocument/2006/relationships/image" Target="../media/image16.svg"/><Relationship Id="rId19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97ED0B-EDD4-DF80-7DE3-08FA0F5B4B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F5DED3-B214-0638-96C8-56E5936F49D3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53A950-CCC0-A8C5-B3CF-AED19EDB2113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DD85CD-D52C-3677-8BD9-2DF5A05C50BA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6BB24DE-9F45-8866-9765-5C140A15D0E6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157B8D-3675-B00E-A71D-04B7CC5BD061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19E214D6-27D5-3F21-E8AC-14A94FABE202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7AA68B6-3BC2-EBE7-6FC0-71DBA5D4CBEC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29A172E-FE43-BA7D-4610-74F928B4B2DA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CED9309-B72B-99F6-794C-DCE7AE08E2C7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413C4B-675B-3FDC-1FE9-6874793691B0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6B6ACB76-32DF-6949-4565-78E19AD99C41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EDF8104-7D9F-AC21-8DB9-ABDDC1D7F906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362E483-6F0B-72EB-B669-AF9AB25371AA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D10FF53-E7D1-3D99-FB83-B1AF207BD1DF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971F9BA-EE7C-E61D-0992-AD78748EF6DA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ECFCBB6-8E31-A81D-C8F2-94BDF5A0B8D6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CE1FD54-A64B-F693-10D8-BCE873DFD115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3220B4A-0D46-A950-07A7-9E90D89AC13C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07BCB0C-EAB6-C718-2F79-C1ED1A648761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C1242E4D-FDB5-A4FD-B4B1-7A097BF76761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1540C74A-5A96-D65C-D067-7878F4D51D16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CA3161C6-B12D-07FA-884D-EC81D31A069D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4358AEF-81E2-B241-1EB8-BB6F5C9A4DCC}"/>
              </a:ext>
            </a:extLst>
          </p:cNvPr>
          <p:cNvSpPr/>
          <p:nvPr/>
        </p:nvSpPr>
        <p:spPr>
          <a:xfrm>
            <a:off x="174771" y="1793228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70513D-754D-C303-FE5C-BA900452EB1A}"/>
              </a:ext>
            </a:extLst>
          </p:cNvPr>
          <p:cNvSpPr/>
          <p:nvPr/>
        </p:nvSpPr>
        <p:spPr>
          <a:xfrm>
            <a:off x="629173" y="1810006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One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6B8D904-7A09-D89A-5359-73F30CDF9D47}"/>
              </a:ext>
            </a:extLst>
          </p:cNvPr>
          <p:cNvSpPr/>
          <p:nvPr/>
        </p:nvSpPr>
        <p:spPr>
          <a:xfrm>
            <a:off x="167781" y="1777849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BF532CB-942F-E4D5-F285-83C752042A88}"/>
              </a:ext>
            </a:extLst>
          </p:cNvPr>
          <p:cNvSpPr/>
          <p:nvPr/>
        </p:nvSpPr>
        <p:spPr>
          <a:xfrm>
            <a:off x="174771" y="2402559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2B60242-2179-EA2C-E805-695D7C903C0B}"/>
              </a:ext>
            </a:extLst>
          </p:cNvPr>
          <p:cNvSpPr/>
          <p:nvPr/>
        </p:nvSpPr>
        <p:spPr>
          <a:xfrm>
            <a:off x="629173" y="2419337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Two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C75EABF-8B2A-D4D4-53D9-8458C4835422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bg2">
                    <a:lumMod val="75000"/>
                  </a:schemeClr>
                </a:solidFill>
              </a:rPr>
              <a:t>D</a:t>
            </a:r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irect </a:t>
            </a:r>
            <a:r>
              <a:rPr lang="en-GB" sz="2400" u="sng" dirty="0">
                <a:solidFill>
                  <a:schemeClr val="bg2">
                    <a:lumMod val="75000"/>
                  </a:schemeClr>
                </a:solidFill>
              </a:rPr>
              <a:t>M</a:t>
            </a:r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essages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7FA87D7-B11B-A992-A1EF-9D88E53DD967}"/>
              </a:ext>
            </a:extLst>
          </p:cNvPr>
          <p:cNvSpPr/>
          <p:nvPr/>
        </p:nvSpPr>
        <p:spPr>
          <a:xfrm>
            <a:off x="167781" y="2387180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A1623E5-A9A0-6B1B-FE1D-55A2410B04ED}"/>
              </a:ext>
            </a:extLst>
          </p:cNvPr>
          <p:cNvSpPr/>
          <p:nvPr/>
        </p:nvSpPr>
        <p:spPr>
          <a:xfrm>
            <a:off x="181761" y="2933054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D88E3A3-87B3-0995-1DD4-3CDFC1ABD348}"/>
              </a:ext>
            </a:extLst>
          </p:cNvPr>
          <p:cNvSpPr/>
          <p:nvPr/>
        </p:nvSpPr>
        <p:spPr>
          <a:xfrm>
            <a:off x="636163" y="2949832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Three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ED27417-14F4-0580-3DD9-6D14BEE831EF}"/>
              </a:ext>
            </a:extLst>
          </p:cNvPr>
          <p:cNvSpPr/>
          <p:nvPr/>
        </p:nvSpPr>
        <p:spPr>
          <a:xfrm>
            <a:off x="174771" y="291767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1BAE7EE-FC49-7A17-AD69-95A9F5753214}"/>
              </a:ext>
            </a:extLst>
          </p:cNvPr>
          <p:cNvSpPr/>
          <p:nvPr/>
        </p:nvSpPr>
        <p:spPr>
          <a:xfrm>
            <a:off x="174771" y="3463549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988EE4-86AD-5FD4-35AD-8CB60CECA53F}"/>
              </a:ext>
            </a:extLst>
          </p:cNvPr>
          <p:cNvSpPr/>
          <p:nvPr/>
        </p:nvSpPr>
        <p:spPr>
          <a:xfrm>
            <a:off x="629173" y="3480327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Four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3880786-D7AB-BC2F-5681-891954E62AFF}"/>
              </a:ext>
            </a:extLst>
          </p:cNvPr>
          <p:cNvSpPr/>
          <p:nvPr/>
        </p:nvSpPr>
        <p:spPr>
          <a:xfrm>
            <a:off x="167781" y="3448170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3FC61E8-B231-D340-9075-7CCFC451C6BE}"/>
              </a:ext>
            </a:extLst>
          </p:cNvPr>
          <p:cNvSpPr/>
          <p:nvPr/>
        </p:nvSpPr>
        <p:spPr>
          <a:xfrm>
            <a:off x="181761" y="4010100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7C391A5-E797-6CE4-38AD-ACEBC89C859A}"/>
              </a:ext>
            </a:extLst>
          </p:cNvPr>
          <p:cNvSpPr/>
          <p:nvPr/>
        </p:nvSpPr>
        <p:spPr>
          <a:xfrm>
            <a:off x="636163" y="4026878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Five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4295AD8-0219-B7B1-22E6-EB677E3D5B5E}"/>
              </a:ext>
            </a:extLst>
          </p:cNvPr>
          <p:cNvSpPr/>
          <p:nvPr/>
        </p:nvSpPr>
        <p:spPr>
          <a:xfrm>
            <a:off x="174771" y="3994721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C562FDA-ADF2-7F40-EEC1-69BD012CC643}"/>
              </a:ext>
            </a:extLst>
          </p:cNvPr>
          <p:cNvSpPr/>
          <p:nvPr/>
        </p:nvSpPr>
        <p:spPr>
          <a:xfrm>
            <a:off x="188751" y="4648347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219C2D1-8F65-44D9-F526-8CC4C98478E7}"/>
              </a:ext>
            </a:extLst>
          </p:cNvPr>
          <p:cNvSpPr/>
          <p:nvPr/>
        </p:nvSpPr>
        <p:spPr>
          <a:xfrm>
            <a:off x="643153" y="4665125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Six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45C5DC1-797C-CB30-A812-F1BCC93B2343}"/>
              </a:ext>
            </a:extLst>
          </p:cNvPr>
          <p:cNvSpPr/>
          <p:nvPr/>
        </p:nvSpPr>
        <p:spPr>
          <a:xfrm>
            <a:off x="181761" y="4632968"/>
            <a:ext cx="125834" cy="12583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3D62E08-2D28-C632-B8B3-5A2C91EA1D57}"/>
              </a:ext>
            </a:extLst>
          </p:cNvPr>
          <p:cNvCxnSpPr>
            <a:cxnSpLocks/>
          </p:cNvCxnSpPr>
          <p:nvPr/>
        </p:nvCxnSpPr>
        <p:spPr>
          <a:xfrm>
            <a:off x="7369729" y="832822"/>
            <a:ext cx="0" cy="580287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5A66AB6-0BF2-F5C0-D269-CF3EC36AD2B5}"/>
              </a:ext>
            </a:extLst>
          </p:cNvPr>
          <p:cNvSpPr txBox="1"/>
          <p:nvPr/>
        </p:nvSpPr>
        <p:spPr>
          <a:xfrm>
            <a:off x="3330431" y="800665"/>
            <a:ext cx="337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Activity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E69BC5E-C9C4-50D0-0B16-4D6544D77426}"/>
              </a:ext>
            </a:extLst>
          </p:cNvPr>
          <p:cNvSpPr txBox="1"/>
          <p:nvPr/>
        </p:nvSpPr>
        <p:spPr>
          <a:xfrm>
            <a:off x="7933996" y="739952"/>
            <a:ext cx="337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Notifications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28AE754-AE61-E114-E999-3C49BCCBBE51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60E1F9-BB91-1717-A3A3-55FC1DC1BA9F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F2AB35D6-8624-CD24-DEC0-D4A4FB98B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0B28F09D-C2BD-D53B-B2FF-5C84595B76E6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237FD363-7A5A-11F7-6E2B-5786B9F5D2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A5FC5698-5C1E-AD11-2A10-E504BF439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37B02881-81BB-4C07-450B-CCEFE9784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83593B78-F449-2E73-FE77-3563C55A8015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8F2D05B-2F7E-71E6-995A-11E9750147F8}"/>
              </a:ext>
            </a:extLst>
          </p:cNvPr>
          <p:cNvSpPr/>
          <p:nvPr/>
        </p:nvSpPr>
        <p:spPr>
          <a:xfrm>
            <a:off x="577441" y="1323885"/>
            <a:ext cx="1251359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0" name="Graphic 99" descr="Magnifying glass with solid fill">
            <a:extLst>
              <a:ext uri="{FF2B5EF4-FFF2-40B4-BE49-F238E27FC236}">
                <a16:creationId xmlns:a16="http://schemas.microsoft.com/office/drawing/2014/main" id="{6F3BF7A0-30E0-49D8-75FF-BA5A33D90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3393" y="1258011"/>
            <a:ext cx="505443" cy="505443"/>
          </a:xfrm>
          <a:prstGeom prst="rect">
            <a:avLst/>
          </a:prstGeom>
        </p:spPr>
      </p:pic>
      <p:pic>
        <p:nvPicPr>
          <p:cNvPr id="102" name="Graphic 101" descr="Badge Follow with solid fill">
            <a:extLst>
              <a:ext uri="{FF2B5EF4-FFF2-40B4-BE49-F238E27FC236}">
                <a16:creationId xmlns:a16="http://schemas.microsoft.com/office/drawing/2014/main" id="{A12009AF-BF39-4A8F-F865-02E9BC32E1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31" y="1238668"/>
            <a:ext cx="503693" cy="503693"/>
          </a:xfrm>
          <a:prstGeom prst="rect">
            <a:avLst/>
          </a:prstGeom>
        </p:spPr>
      </p:pic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8233ADB-2EA2-07F8-F01B-4FE434BFF16D}"/>
              </a:ext>
            </a:extLst>
          </p:cNvPr>
          <p:cNvSpPr/>
          <p:nvPr/>
        </p:nvSpPr>
        <p:spPr>
          <a:xfrm>
            <a:off x="2894899" y="1323885"/>
            <a:ext cx="4287475" cy="356898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                                                            Filter</a:t>
            </a:r>
          </a:p>
        </p:txBody>
      </p:sp>
      <p:pic>
        <p:nvPicPr>
          <p:cNvPr id="104" name="Graphic 103" descr="Caret Down with solid fill">
            <a:extLst>
              <a:ext uri="{FF2B5EF4-FFF2-40B4-BE49-F238E27FC236}">
                <a16:creationId xmlns:a16="http://schemas.microsoft.com/office/drawing/2014/main" id="{2EBF246A-DC7F-C300-A201-5799AEC48C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6845519" y="1325914"/>
            <a:ext cx="315489" cy="315489"/>
          </a:xfrm>
          <a:prstGeom prst="rect">
            <a:avLst/>
          </a:prstGeom>
        </p:spPr>
      </p:pic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22A50C64-49AF-B536-C26B-6D066AAD9766}"/>
              </a:ext>
            </a:extLst>
          </p:cNvPr>
          <p:cNvSpPr/>
          <p:nvPr/>
        </p:nvSpPr>
        <p:spPr>
          <a:xfrm>
            <a:off x="7466201" y="1323885"/>
            <a:ext cx="4287475" cy="356898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                                                            Filter</a:t>
            </a:r>
          </a:p>
        </p:txBody>
      </p:sp>
      <p:pic>
        <p:nvPicPr>
          <p:cNvPr id="106" name="Graphic 105" descr="Caret Down with solid fill">
            <a:extLst>
              <a:ext uri="{FF2B5EF4-FFF2-40B4-BE49-F238E27FC236}">
                <a16:creationId xmlns:a16="http://schemas.microsoft.com/office/drawing/2014/main" id="{ABB4B85F-E00D-12EC-CCDF-6B0F92BEA6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1416821" y="1325914"/>
            <a:ext cx="315489" cy="315489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E521CDD5-21A1-50BF-D23E-3D3D77374ED3}"/>
              </a:ext>
            </a:extLst>
          </p:cNvPr>
          <p:cNvSpPr txBox="1"/>
          <p:nvPr/>
        </p:nvSpPr>
        <p:spPr>
          <a:xfrm>
            <a:off x="8039391" y="3129614"/>
            <a:ext cx="33774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Nobody’s tried to grab your attention – Enjoy it whilst it lasts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DB6B0D8-3847-EB1A-D735-DD9DC049F5FB}"/>
              </a:ext>
            </a:extLst>
          </p:cNvPr>
          <p:cNvSpPr txBox="1"/>
          <p:nvPr/>
        </p:nvSpPr>
        <p:spPr>
          <a:xfrm>
            <a:off x="3347045" y="3131118"/>
            <a:ext cx="33774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None of your friend’s have been up to much lately – Perhaps you could hang out with some to get the ball rolling?</a:t>
            </a:r>
          </a:p>
        </p:txBody>
      </p:sp>
      <p:pic>
        <p:nvPicPr>
          <p:cNvPr id="2" name="Graphic 1" descr="Badge Follow with solid fill">
            <a:extLst>
              <a:ext uri="{FF2B5EF4-FFF2-40B4-BE49-F238E27FC236}">
                <a16:creationId xmlns:a16="http://schemas.microsoft.com/office/drawing/2014/main" id="{5EC7B9C3-5B14-CCF2-E7AB-786694AD5D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49332" y="30054"/>
            <a:ext cx="639723" cy="63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32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0412D-4AA6-F6F6-6030-9985F41B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67531C-7AA2-C341-E72E-65FDDB21E4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F8640-B467-22E5-C8A0-0897402B7CBB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20B70D5D-0A3E-EE8D-5E37-4C419A41845C}"/>
              </a:ext>
            </a:extLst>
          </p:cNvPr>
          <p:cNvSpPr/>
          <p:nvPr/>
        </p:nvSpPr>
        <p:spPr>
          <a:xfrm rot="5400000">
            <a:off x="3462864" y="-833384"/>
            <a:ext cx="5266267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X`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8D3B7-DFF7-D910-366B-CC0185AFD633}"/>
              </a:ext>
            </a:extLst>
          </p:cNvPr>
          <p:cNvSpPr txBox="1"/>
          <p:nvPr/>
        </p:nvSpPr>
        <p:spPr>
          <a:xfrm>
            <a:off x="4407282" y="1215530"/>
            <a:ext cx="337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Create Account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A53F0D-ECFF-4EB9-E8B4-50529875C9CC}"/>
              </a:ext>
            </a:extLst>
          </p:cNvPr>
          <p:cNvSpPr/>
          <p:nvPr/>
        </p:nvSpPr>
        <p:spPr>
          <a:xfrm>
            <a:off x="5148155" y="1971210"/>
            <a:ext cx="1895683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you@email.com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7E4FE-643D-CC02-41FF-5B649CFC3916}"/>
              </a:ext>
            </a:extLst>
          </p:cNvPr>
          <p:cNvSpPr txBox="1"/>
          <p:nvPr/>
        </p:nvSpPr>
        <p:spPr>
          <a:xfrm>
            <a:off x="4407281" y="1653060"/>
            <a:ext cx="337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Email (optional)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1D222B-2493-6B51-E6AA-A1EBAF80832A}"/>
              </a:ext>
            </a:extLst>
          </p:cNvPr>
          <p:cNvSpPr/>
          <p:nvPr/>
        </p:nvSpPr>
        <p:spPr>
          <a:xfrm>
            <a:off x="5225019" y="3670945"/>
            <a:ext cx="1895683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200000"/>
              </a:lnSpc>
            </a:pPr>
            <a:r>
              <a:rPr lang="en-GB" sz="3600" b="1" dirty="0"/>
              <a:t>…….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1AB386-3177-C50A-BACA-76BC6E694760}"/>
              </a:ext>
            </a:extLst>
          </p:cNvPr>
          <p:cNvSpPr/>
          <p:nvPr/>
        </p:nvSpPr>
        <p:spPr>
          <a:xfrm>
            <a:off x="5148155" y="2781456"/>
            <a:ext cx="1895683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bg2">
                    <a:lumMod val="75000"/>
                  </a:schemeClr>
                </a:solidFill>
              </a:rPr>
              <a:t>DonkeyGoat74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151CE8-E67C-8885-65F2-32E7C5C26C94}"/>
              </a:ext>
            </a:extLst>
          </p:cNvPr>
          <p:cNvSpPr txBox="1"/>
          <p:nvPr/>
        </p:nvSpPr>
        <p:spPr>
          <a:xfrm>
            <a:off x="4396954" y="2499334"/>
            <a:ext cx="337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Username </a:t>
            </a:r>
            <a:r>
              <a:rPr lang="en-GB" dirty="0">
                <a:solidFill>
                  <a:srgbClr val="C00000"/>
                </a:solidFill>
              </a:rPr>
              <a:t>*</a:t>
            </a:r>
          </a:p>
        </p:txBody>
      </p:sp>
      <p:pic>
        <p:nvPicPr>
          <p:cNvPr id="17" name="Graphic 16" descr="Repeat with solid fill">
            <a:extLst>
              <a:ext uri="{FF2B5EF4-FFF2-40B4-BE49-F238E27FC236}">
                <a16:creationId xmlns:a16="http://schemas.microsoft.com/office/drawing/2014/main" id="{59EC37E4-E118-CF4E-4DE0-B2AC4D5024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61415" y="2787000"/>
            <a:ext cx="413545" cy="4135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06B2268-9A27-33FD-714C-7872B8F991FE}"/>
              </a:ext>
            </a:extLst>
          </p:cNvPr>
          <p:cNvSpPr txBox="1"/>
          <p:nvPr/>
        </p:nvSpPr>
        <p:spPr>
          <a:xfrm>
            <a:off x="4396953" y="3345875"/>
            <a:ext cx="337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Password </a:t>
            </a:r>
            <a:r>
              <a:rPr lang="en-GB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E0FBA-A5CE-2066-33B6-C485E2607485}"/>
              </a:ext>
            </a:extLst>
          </p:cNvPr>
          <p:cNvSpPr txBox="1"/>
          <p:nvPr/>
        </p:nvSpPr>
        <p:spPr>
          <a:xfrm>
            <a:off x="4484145" y="4317739"/>
            <a:ext cx="337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Confirm Password </a:t>
            </a:r>
            <a:r>
              <a:rPr lang="en-GB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020EB5-940B-95C8-24BD-6E527C3964BF}"/>
              </a:ext>
            </a:extLst>
          </p:cNvPr>
          <p:cNvSpPr/>
          <p:nvPr/>
        </p:nvSpPr>
        <p:spPr>
          <a:xfrm>
            <a:off x="5241313" y="4705085"/>
            <a:ext cx="1895683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200000"/>
              </a:lnSpc>
            </a:pPr>
            <a:r>
              <a:rPr lang="en-GB" sz="3600" b="1" dirty="0"/>
              <a:t>…….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1DDCD-2679-A3EE-819A-3924C0B40031}"/>
              </a:ext>
            </a:extLst>
          </p:cNvPr>
          <p:cNvSpPr/>
          <p:nvPr/>
        </p:nvSpPr>
        <p:spPr>
          <a:xfrm>
            <a:off x="5304495" y="4127914"/>
            <a:ext cx="1769318" cy="743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C7EE4B-BFF1-5628-0A0F-BC7E0AE49F5C}"/>
              </a:ext>
            </a:extLst>
          </p:cNvPr>
          <p:cNvSpPr txBox="1"/>
          <p:nvPr/>
        </p:nvSpPr>
        <p:spPr>
          <a:xfrm>
            <a:off x="3946429" y="4004753"/>
            <a:ext cx="1888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Password Strength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BF9527-9F69-CD79-C42A-B9324E977961}"/>
              </a:ext>
            </a:extLst>
          </p:cNvPr>
          <p:cNvSpPr txBox="1"/>
          <p:nvPr/>
        </p:nvSpPr>
        <p:spPr>
          <a:xfrm>
            <a:off x="7099025" y="4020945"/>
            <a:ext cx="546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Good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017044-7D81-81A9-55FE-9CDC8384B9D4}"/>
              </a:ext>
            </a:extLst>
          </p:cNvPr>
          <p:cNvSpPr/>
          <p:nvPr/>
        </p:nvSpPr>
        <p:spPr>
          <a:xfrm>
            <a:off x="4732867" y="5427131"/>
            <a:ext cx="3041516" cy="6690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Sign Up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33FDE9-5D43-E637-3104-D8F5CAACC204}"/>
              </a:ext>
            </a:extLst>
          </p:cNvPr>
          <p:cNvSpPr txBox="1"/>
          <p:nvPr/>
        </p:nvSpPr>
        <p:spPr>
          <a:xfrm>
            <a:off x="4907396" y="6067789"/>
            <a:ext cx="3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Already have an account? Login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2F945C-62FE-9D8C-3FDE-9E8459956D9D}"/>
              </a:ext>
            </a:extLst>
          </p:cNvPr>
          <p:cNvSpPr txBox="1"/>
          <p:nvPr/>
        </p:nvSpPr>
        <p:spPr>
          <a:xfrm>
            <a:off x="5148155" y="5103069"/>
            <a:ext cx="337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I agree to the Terms of Service and Privacy Policy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F3EB24-AD0F-979B-6ABB-F60E5D9C3200}"/>
              </a:ext>
            </a:extLst>
          </p:cNvPr>
          <p:cNvSpPr/>
          <p:nvPr/>
        </p:nvSpPr>
        <p:spPr>
          <a:xfrm>
            <a:off x="4951732" y="5152393"/>
            <a:ext cx="196423" cy="196423"/>
          </a:xfrm>
          <a:prstGeom prst="rect">
            <a:avLst/>
          </a:prstGeom>
          <a:noFill/>
          <a:ln w="3810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B7BC9B-1784-E296-DA1F-849397458F18}"/>
              </a:ext>
            </a:extLst>
          </p:cNvPr>
          <p:cNvSpPr txBox="1"/>
          <p:nvPr/>
        </p:nvSpPr>
        <p:spPr>
          <a:xfrm>
            <a:off x="4559003" y="2311625"/>
            <a:ext cx="337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We’ll send a verification email when you Sign 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5DE67-320A-0ABA-34B7-063C18C46E29}"/>
              </a:ext>
            </a:extLst>
          </p:cNvPr>
          <p:cNvSpPr txBox="1"/>
          <p:nvPr/>
        </p:nvSpPr>
        <p:spPr>
          <a:xfrm>
            <a:off x="5095572" y="3158584"/>
            <a:ext cx="1077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1874669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66606-238F-7A3D-3DC1-3B1B1E1F0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80B2A9-35ED-C6A2-3C12-2E06552A24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FE48-5DB8-BF4F-4122-293116A19D12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8CCB267-BA7F-6F11-D1FA-89F7963DCB58}"/>
              </a:ext>
            </a:extLst>
          </p:cNvPr>
          <p:cNvSpPr/>
          <p:nvPr/>
        </p:nvSpPr>
        <p:spPr>
          <a:xfrm rot="5400000">
            <a:off x="3462864" y="-833384"/>
            <a:ext cx="5266267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9B359-0A00-F370-F20A-E8EDF5A08589}"/>
              </a:ext>
            </a:extLst>
          </p:cNvPr>
          <p:cNvSpPr txBox="1"/>
          <p:nvPr/>
        </p:nvSpPr>
        <p:spPr>
          <a:xfrm>
            <a:off x="4407282" y="1215530"/>
            <a:ext cx="337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Login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0FCF5E-CC9C-7E80-B2FF-CBD3881B60AD}"/>
              </a:ext>
            </a:extLst>
          </p:cNvPr>
          <p:cNvSpPr/>
          <p:nvPr/>
        </p:nvSpPr>
        <p:spPr>
          <a:xfrm>
            <a:off x="5148155" y="2403010"/>
            <a:ext cx="1895683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you@email.com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BA5C7-97FD-5648-DAA4-38D3D13582A4}"/>
              </a:ext>
            </a:extLst>
          </p:cNvPr>
          <p:cNvSpPr txBox="1"/>
          <p:nvPr/>
        </p:nvSpPr>
        <p:spPr>
          <a:xfrm>
            <a:off x="4407281" y="2049300"/>
            <a:ext cx="337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Email or Username </a:t>
            </a:r>
            <a:r>
              <a:rPr lang="en-GB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8908BD-710E-9DBF-70EB-130EB8B0F151}"/>
              </a:ext>
            </a:extLst>
          </p:cNvPr>
          <p:cNvSpPr/>
          <p:nvPr/>
        </p:nvSpPr>
        <p:spPr>
          <a:xfrm>
            <a:off x="5219939" y="3655705"/>
            <a:ext cx="1895683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200000"/>
              </a:lnSpc>
            </a:pPr>
            <a:r>
              <a:rPr lang="en-GB" sz="3600" b="1" dirty="0"/>
              <a:t>…….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3F6B96-498F-A4ED-731E-8FF3459476AD}"/>
              </a:ext>
            </a:extLst>
          </p:cNvPr>
          <p:cNvSpPr txBox="1"/>
          <p:nvPr/>
        </p:nvSpPr>
        <p:spPr>
          <a:xfrm>
            <a:off x="4396953" y="3325555"/>
            <a:ext cx="337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Password </a:t>
            </a:r>
            <a:r>
              <a:rPr lang="en-GB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22ED00B-D0BF-9087-0624-22C3C8078C59}"/>
              </a:ext>
            </a:extLst>
          </p:cNvPr>
          <p:cNvSpPr/>
          <p:nvPr/>
        </p:nvSpPr>
        <p:spPr>
          <a:xfrm>
            <a:off x="4732867" y="5416971"/>
            <a:ext cx="3041516" cy="66903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A9B173-C992-DA19-7316-C94D1D2B4EB6}"/>
              </a:ext>
            </a:extLst>
          </p:cNvPr>
          <p:cNvSpPr txBox="1"/>
          <p:nvPr/>
        </p:nvSpPr>
        <p:spPr>
          <a:xfrm>
            <a:off x="4749136" y="4004400"/>
            <a:ext cx="3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Forgot your password? Click here!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CD7F0-D1F5-4443-C300-4FF8DAF1D342}"/>
              </a:ext>
            </a:extLst>
          </p:cNvPr>
          <p:cNvSpPr txBox="1"/>
          <p:nvPr/>
        </p:nvSpPr>
        <p:spPr>
          <a:xfrm>
            <a:off x="4649992" y="6056777"/>
            <a:ext cx="303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Don’t have an account? Sign up</a:t>
            </a:r>
          </a:p>
        </p:txBody>
      </p:sp>
    </p:spTree>
    <p:extLst>
      <p:ext uri="{BB962C8B-B14F-4D97-AF65-F5344CB8AC3E}">
        <p14:creationId xmlns:p14="http://schemas.microsoft.com/office/powerpoint/2010/main" val="136989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97F95-218C-CA89-3072-D05FCC295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4878C1-F607-CDC3-8D91-661B1FA267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8841C8-F0E3-4F13-CC37-A69D47480B70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0AD3CA-6DB7-26B9-6835-E5F4F87CCD05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5DE6DE-8187-1E2C-8B59-FA131CD01865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D1B4F7-F08D-CF85-434C-B06F8669A1A2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310749A-9993-37E6-1CA7-6B70864E7D7C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982CDDF2-4B49-3C11-2C9F-57B26DF731E6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3BC8919-0C1C-FEA6-D64C-A9E5694F9707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1A65F6-12F4-7713-9F0D-8BBAE40641BC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B2A8023-F0AF-E432-39A3-A218E4087D45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2DA292-B79C-2CD2-1B27-63F3FA0A8994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B4AB6C07-6D75-8639-0D07-105CEC1C241B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58F737-4B04-A82C-4657-77F0738D2BC8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0F0B866-6EEF-3CAB-58BD-7A489DBD062D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182BE-7DDF-CD47-3E3B-A82860B58A30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9ABAF14-58D7-5FD2-84CB-26CDB38E0E7A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C3097F4-31C1-AFE2-466F-B9C9222FF3D7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5CE801E-49C3-B8CB-20A4-4D083AEE76F3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29C806A-2F16-D12D-2BC3-3971ED19CFB5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B5C93CD-FFF6-156E-FC9C-F9A00D564709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B7AEFD16-794F-653D-F571-40BB1792E346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155E3C01-5DBE-0053-C91A-FA8A407DCDB4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7081072E-F12F-F46E-CED9-87BABA6DB922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9143EF-1E5A-97E9-C03C-D7C56D2F5B1F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bg2">
                    <a:lumMod val="75000"/>
                  </a:schemeClr>
                </a:solidFill>
              </a:rPr>
              <a:t>Settings</a:t>
            </a:r>
            <a:endParaRPr lang="en-GB" sz="24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F5EA1CB-6591-90E5-43E4-E0D2F6D0098F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1034AB1-D926-4F14-1CFC-AB5B6E3B762A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2543AA24-CCE2-AE3A-FDD5-38FBBDC3B7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DF9B832C-B2BD-0C61-F14A-5ED590C5FB19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4E323174-696C-17D0-F422-462572ABD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2B684A08-3BFF-1094-0E69-4A6D38DA87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58EE0262-FAF9-55B0-B9D3-28B2DB46A4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2D6B2CCC-2C83-A291-C139-2B087EB253CB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251A3AC-FAD5-4BB5-486D-EAB49B70751A}"/>
              </a:ext>
            </a:extLst>
          </p:cNvPr>
          <p:cNvSpPr/>
          <p:nvPr/>
        </p:nvSpPr>
        <p:spPr>
          <a:xfrm>
            <a:off x="99353" y="1323885"/>
            <a:ext cx="1729448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0" name="Graphic 99" descr="Magnifying glass with solid fill">
            <a:extLst>
              <a:ext uri="{FF2B5EF4-FFF2-40B4-BE49-F238E27FC236}">
                <a16:creationId xmlns:a16="http://schemas.microsoft.com/office/drawing/2014/main" id="{79BD48C5-9982-A462-B9BB-211426ECA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3393" y="1258011"/>
            <a:ext cx="505443" cy="5054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5C7C82-1A48-63D7-D4AC-2211A69FE4DE}"/>
              </a:ext>
            </a:extLst>
          </p:cNvPr>
          <p:cNvSpPr txBox="1"/>
          <p:nvPr/>
        </p:nvSpPr>
        <p:spPr>
          <a:xfrm>
            <a:off x="54165" y="1901986"/>
            <a:ext cx="2345087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4CC3F7A-B777-A319-9F2D-E35680DC1608}"/>
              </a:ext>
            </a:extLst>
          </p:cNvPr>
          <p:cNvCxnSpPr>
            <a:cxnSpLocks/>
          </p:cNvCxnSpPr>
          <p:nvPr/>
        </p:nvCxnSpPr>
        <p:spPr>
          <a:xfrm>
            <a:off x="99352" y="2383261"/>
            <a:ext cx="2266343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022188-2981-4E6B-413D-4B467ECB3F1E}"/>
              </a:ext>
            </a:extLst>
          </p:cNvPr>
          <p:cNvSpPr txBox="1"/>
          <p:nvPr/>
        </p:nvSpPr>
        <p:spPr>
          <a:xfrm>
            <a:off x="79448" y="3384201"/>
            <a:ext cx="2345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CCC705-8B1F-4B19-4014-82A462E3B696}"/>
              </a:ext>
            </a:extLst>
          </p:cNvPr>
          <p:cNvCxnSpPr>
            <a:cxnSpLocks/>
          </p:cNvCxnSpPr>
          <p:nvPr/>
        </p:nvCxnSpPr>
        <p:spPr>
          <a:xfrm>
            <a:off x="124635" y="3865476"/>
            <a:ext cx="2266343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93AD7E6-CEB1-7276-8B96-877646C66DBF}"/>
              </a:ext>
            </a:extLst>
          </p:cNvPr>
          <p:cNvSpPr txBox="1"/>
          <p:nvPr/>
        </p:nvSpPr>
        <p:spPr>
          <a:xfrm>
            <a:off x="73749" y="3922734"/>
            <a:ext cx="2345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B8A09B-0EB3-2896-3171-0EC013F7400A}"/>
              </a:ext>
            </a:extLst>
          </p:cNvPr>
          <p:cNvCxnSpPr>
            <a:cxnSpLocks/>
          </p:cNvCxnSpPr>
          <p:nvPr/>
        </p:nvCxnSpPr>
        <p:spPr>
          <a:xfrm>
            <a:off x="118936" y="4404009"/>
            <a:ext cx="2266343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BBB21D0-BA85-FC5B-3874-ADC6A9D5383D}"/>
              </a:ext>
            </a:extLst>
          </p:cNvPr>
          <p:cNvSpPr txBox="1"/>
          <p:nvPr/>
        </p:nvSpPr>
        <p:spPr>
          <a:xfrm>
            <a:off x="54165" y="4524104"/>
            <a:ext cx="2345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6715B4-4E26-B92C-9211-C70ABAAB7BC8}"/>
              </a:ext>
            </a:extLst>
          </p:cNvPr>
          <p:cNvCxnSpPr>
            <a:cxnSpLocks/>
          </p:cNvCxnSpPr>
          <p:nvPr/>
        </p:nvCxnSpPr>
        <p:spPr>
          <a:xfrm>
            <a:off x="99352" y="5005379"/>
            <a:ext cx="2266343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4EB8B7E-1E48-077B-4DBA-A60C0415FFFA}"/>
              </a:ext>
            </a:extLst>
          </p:cNvPr>
          <p:cNvSpPr txBox="1"/>
          <p:nvPr/>
        </p:nvSpPr>
        <p:spPr>
          <a:xfrm>
            <a:off x="54165" y="5116751"/>
            <a:ext cx="2345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1F0F21-DEA2-1B48-1A4A-FBFC604E0D1E}"/>
              </a:ext>
            </a:extLst>
          </p:cNvPr>
          <p:cNvCxnSpPr>
            <a:cxnSpLocks/>
          </p:cNvCxnSpPr>
          <p:nvPr/>
        </p:nvCxnSpPr>
        <p:spPr>
          <a:xfrm>
            <a:off x="99352" y="5598026"/>
            <a:ext cx="2266343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D43A65-A433-A157-9269-EEBAED7375C6}"/>
              </a:ext>
            </a:extLst>
          </p:cNvPr>
          <p:cNvSpPr txBox="1"/>
          <p:nvPr/>
        </p:nvSpPr>
        <p:spPr>
          <a:xfrm>
            <a:off x="65458" y="5598024"/>
            <a:ext cx="2345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DF57F2-EBD3-A561-2FB5-B4E8D8F92D41}"/>
              </a:ext>
            </a:extLst>
          </p:cNvPr>
          <p:cNvCxnSpPr>
            <a:cxnSpLocks/>
          </p:cNvCxnSpPr>
          <p:nvPr/>
        </p:nvCxnSpPr>
        <p:spPr>
          <a:xfrm>
            <a:off x="110645" y="6079299"/>
            <a:ext cx="2266343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Caret Down with solid fill">
            <a:extLst>
              <a:ext uri="{FF2B5EF4-FFF2-40B4-BE49-F238E27FC236}">
                <a16:creationId xmlns:a16="http://schemas.microsoft.com/office/drawing/2014/main" id="{0986FD2A-50E3-1CFD-323C-EEBB59234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6731" y="2005853"/>
            <a:ext cx="315489" cy="31548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83320B5-B8BD-36D3-849B-0DD2440A7632}"/>
              </a:ext>
            </a:extLst>
          </p:cNvPr>
          <p:cNvSpPr txBox="1"/>
          <p:nvPr/>
        </p:nvSpPr>
        <p:spPr>
          <a:xfrm>
            <a:off x="73748" y="2371535"/>
            <a:ext cx="234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Profile Information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472DFD-64FF-CD6A-4926-16BF22EBCCD6}"/>
              </a:ext>
            </a:extLst>
          </p:cNvPr>
          <p:cNvSpPr txBox="1"/>
          <p:nvPr/>
        </p:nvSpPr>
        <p:spPr>
          <a:xfrm>
            <a:off x="28997" y="2714352"/>
            <a:ext cx="234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 Security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66E858-3E95-1F16-40E2-9FC598704336}"/>
              </a:ext>
            </a:extLst>
          </p:cNvPr>
          <p:cNvSpPr txBox="1"/>
          <p:nvPr/>
        </p:nvSpPr>
        <p:spPr>
          <a:xfrm>
            <a:off x="-14264" y="3010653"/>
            <a:ext cx="234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 Actions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E37BA8-D499-9A29-D542-9A46F7250EA0}"/>
              </a:ext>
            </a:extLst>
          </p:cNvPr>
          <p:cNvCxnSpPr>
            <a:cxnSpLocks/>
          </p:cNvCxnSpPr>
          <p:nvPr/>
        </p:nvCxnSpPr>
        <p:spPr>
          <a:xfrm>
            <a:off x="325595" y="271435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1A1CB0-3844-852D-2602-13C538FE9EE0}"/>
              </a:ext>
            </a:extLst>
          </p:cNvPr>
          <p:cNvCxnSpPr>
            <a:cxnSpLocks/>
          </p:cNvCxnSpPr>
          <p:nvPr/>
        </p:nvCxnSpPr>
        <p:spPr>
          <a:xfrm>
            <a:off x="290312" y="3033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6D761A4-5CE9-0479-B6B0-2A5BAC8BB04A}"/>
              </a:ext>
            </a:extLst>
          </p:cNvPr>
          <p:cNvCxnSpPr>
            <a:cxnSpLocks/>
          </p:cNvCxnSpPr>
          <p:nvPr/>
        </p:nvCxnSpPr>
        <p:spPr>
          <a:xfrm>
            <a:off x="277100" y="3378105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2301ACA-4CD4-A66B-0B38-37A3F86AC24B}"/>
              </a:ext>
            </a:extLst>
          </p:cNvPr>
          <p:cNvSpPr txBox="1"/>
          <p:nvPr/>
        </p:nvSpPr>
        <p:spPr>
          <a:xfrm>
            <a:off x="5909283" y="832606"/>
            <a:ext cx="337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Account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0C941A-0597-1EBF-E3A3-C469B2AC946F}"/>
              </a:ext>
            </a:extLst>
          </p:cNvPr>
          <p:cNvSpPr txBox="1"/>
          <p:nvPr/>
        </p:nvSpPr>
        <p:spPr>
          <a:xfrm>
            <a:off x="2418835" y="1394809"/>
            <a:ext cx="3377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2">
                    <a:lumMod val="75000"/>
                  </a:schemeClr>
                </a:solidFill>
              </a:rPr>
              <a:t>Profile Information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29F2BD9-BAE7-A50B-9F01-3E54F774D467}"/>
              </a:ext>
            </a:extLst>
          </p:cNvPr>
          <p:cNvSpPr/>
          <p:nvPr/>
        </p:nvSpPr>
        <p:spPr>
          <a:xfrm>
            <a:off x="5702315" y="1985147"/>
            <a:ext cx="1895683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DonkeyGoat74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1F0652-99AE-83DE-85E4-73D486FF2628}"/>
              </a:ext>
            </a:extLst>
          </p:cNvPr>
          <p:cNvSpPr txBox="1"/>
          <p:nvPr/>
        </p:nvSpPr>
        <p:spPr>
          <a:xfrm>
            <a:off x="3352046" y="2001656"/>
            <a:ext cx="1592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Username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ED3833C-C277-1427-751B-0AA2C2917994}"/>
              </a:ext>
            </a:extLst>
          </p:cNvPr>
          <p:cNvSpPr/>
          <p:nvPr/>
        </p:nvSpPr>
        <p:spPr>
          <a:xfrm>
            <a:off x="7912354" y="1963541"/>
            <a:ext cx="872379" cy="40011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1E23D5-2F4F-1134-2C50-221B1F41CF98}"/>
              </a:ext>
            </a:extLst>
          </p:cNvPr>
          <p:cNvSpPr txBox="1"/>
          <p:nvPr/>
        </p:nvSpPr>
        <p:spPr>
          <a:xfrm>
            <a:off x="3311148" y="2972819"/>
            <a:ext cx="1592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Profile Picture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972C8A2-C343-CF09-638F-D1F51F98856A}"/>
              </a:ext>
            </a:extLst>
          </p:cNvPr>
          <p:cNvSpPr/>
          <p:nvPr/>
        </p:nvSpPr>
        <p:spPr>
          <a:xfrm>
            <a:off x="5610775" y="3009656"/>
            <a:ext cx="2027988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www.image.webp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F801DD6-1920-23B1-70CD-7AC92767079B}"/>
              </a:ext>
            </a:extLst>
          </p:cNvPr>
          <p:cNvSpPr/>
          <p:nvPr/>
        </p:nvSpPr>
        <p:spPr>
          <a:xfrm>
            <a:off x="9671919" y="2586247"/>
            <a:ext cx="1937857" cy="1937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" name="Graphic 74" descr="User outline">
            <a:extLst>
              <a:ext uri="{FF2B5EF4-FFF2-40B4-BE49-F238E27FC236}">
                <a16:creationId xmlns:a16="http://schemas.microsoft.com/office/drawing/2014/main" id="{4BBBD58B-B5BB-4F4E-020F-3A14FDBD1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92556" y="2586245"/>
            <a:ext cx="1731253" cy="1731253"/>
          </a:xfrm>
          <a:prstGeom prst="rect">
            <a:avLst/>
          </a:prstGeom>
        </p:spPr>
      </p:pic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AD6FF8BA-382F-CE31-7177-C96168E89243}"/>
              </a:ext>
            </a:extLst>
          </p:cNvPr>
          <p:cNvSpPr/>
          <p:nvPr/>
        </p:nvSpPr>
        <p:spPr>
          <a:xfrm>
            <a:off x="7715143" y="3002835"/>
            <a:ext cx="962748" cy="40011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Upload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AFBB922-E8D5-940E-0774-7CFD3CD4DA18}"/>
              </a:ext>
            </a:extLst>
          </p:cNvPr>
          <p:cNvSpPr/>
          <p:nvPr/>
        </p:nvSpPr>
        <p:spPr>
          <a:xfrm>
            <a:off x="8775481" y="2977995"/>
            <a:ext cx="757017" cy="40011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Save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242649-5915-01A1-9171-194E5F35F078}"/>
              </a:ext>
            </a:extLst>
          </p:cNvPr>
          <p:cNvSpPr txBox="1"/>
          <p:nvPr/>
        </p:nvSpPr>
        <p:spPr>
          <a:xfrm>
            <a:off x="3311148" y="3922734"/>
            <a:ext cx="1592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Bio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223E38CD-DF43-F7B4-B98E-EBD2416CFF5E}"/>
              </a:ext>
            </a:extLst>
          </p:cNvPr>
          <p:cNvSpPr/>
          <p:nvPr/>
        </p:nvSpPr>
        <p:spPr>
          <a:xfrm>
            <a:off x="5605246" y="4054167"/>
            <a:ext cx="3927252" cy="10625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[this is the bio that appears here]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9D9A0A-B0C2-B4F4-9058-1CF67948D9E8}"/>
              </a:ext>
            </a:extLst>
          </p:cNvPr>
          <p:cNvSpPr txBox="1"/>
          <p:nvPr/>
        </p:nvSpPr>
        <p:spPr>
          <a:xfrm>
            <a:off x="5647189" y="5156233"/>
            <a:ext cx="1077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35/100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BD04069F-A3CD-929C-202A-125CC0AEF49E}"/>
              </a:ext>
            </a:extLst>
          </p:cNvPr>
          <p:cNvSpPr/>
          <p:nvPr/>
        </p:nvSpPr>
        <p:spPr>
          <a:xfrm>
            <a:off x="9757603" y="4664279"/>
            <a:ext cx="1766206" cy="87502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Preview your profile how others see it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0BB270-C040-39B4-FD85-D8027ED25612}"/>
              </a:ext>
            </a:extLst>
          </p:cNvPr>
          <p:cNvSpPr txBox="1"/>
          <p:nvPr/>
        </p:nvSpPr>
        <p:spPr>
          <a:xfrm>
            <a:off x="5647189" y="2362996"/>
            <a:ext cx="1077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0/20</a:t>
            </a:r>
          </a:p>
        </p:txBody>
      </p:sp>
    </p:spTree>
    <p:extLst>
      <p:ext uri="{BB962C8B-B14F-4D97-AF65-F5344CB8AC3E}">
        <p14:creationId xmlns:p14="http://schemas.microsoft.com/office/powerpoint/2010/main" val="220728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E92D-F9B8-A9EE-C175-E6542938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5FA78F-4011-27D0-E8B7-B7435D5417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6D70C-03C1-3B9C-82A4-3A926826A68B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B524F8-CE4A-1E52-EBC3-2DFEB9D843B3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8647FEB-0118-EE78-D3CE-2F92421777C7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482ED8-7338-3B62-1EBC-918B3FAF4B79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6820B1D-C812-3BF6-18CD-F3B0E161616A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8E4CBC75-753B-30E5-EB8E-C2CF0EC6B4A1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8AA5022-EC30-329C-CDCE-208138FD6354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B7AFF4-5421-4318-824E-EF09853E4929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69EA3F0-C249-2232-7DB1-51D07F1B3A9E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A753776-EC00-5490-819B-023A8151CE28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B89F8E9C-AED9-2BCD-B4C1-247FE1EBB2F3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3DB609F-ED67-0BFD-7283-E212A86DF71A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F514A71-7E24-84C4-4FD4-BB898DE17A46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D1A4821-F6C0-0690-C327-63B877685718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332E015-308A-8ADB-7B1A-9C40B4458432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DA779C6-EB72-1CBD-40C9-35A8A44E909B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637F54-FA7E-69AA-7B67-3DC75DCB40C3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6323963-6F62-DE35-A4BC-6DE38C9B1577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DDC53D5-EA67-1161-AC7C-CE36FA6F2086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4E27D797-54B3-B962-0E01-26553C84F425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20B124E1-AF6C-42C0-ADB5-5DFEBE347AD0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ABC8E2DD-F74B-5670-B426-7291FBE742E9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44F3EDD-4A62-C0D6-A018-04BCA1D1FB26}"/>
              </a:ext>
            </a:extLst>
          </p:cNvPr>
          <p:cNvSpPr/>
          <p:nvPr/>
        </p:nvSpPr>
        <p:spPr>
          <a:xfrm>
            <a:off x="629173" y="1810006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Gaming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390321C-BA51-04EC-9507-A87772DC6218}"/>
              </a:ext>
            </a:extLst>
          </p:cNvPr>
          <p:cNvSpPr/>
          <p:nvPr/>
        </p:nvSpPr>
        <p:spPr>
          <a:xfrm>
            <a:off x="344645" y="2292189"/>
            <a:ext cx="1872141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Hobbies &amp; Crafts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87F127D-E6D3-70D8-BB80-D64A5522A91A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bg2">
                    <a:lumMod val="75000"/>
                  </a:schemeClr>
                </a:solidFill>
              </a:rPr>
              <a:t>Groups</a:t>
            </a:r>
            <a:endParaRPr lang="en-GB" sz="2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89A0D15-3F90-73F2-4C86-4344F3AF3A97}"/>
              </a:ext>
            </a:extLst>
          </p:cNvPr>
          <p:cNvSpPr/>
          <p:nvPr/>
        </p:nvSpPr>
        <p:spPr>
          <a:xfrm>
            <a:off x="577441" y="2773010"/>
            <a:ext cx="142898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Technology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ACE9F1F-5E58-2E56-1D1F-AFE6CD829A9C}"/>
              </a:ext>
            </a:extLst>
          </p:cNvPr>
          <p:cNvSpPr/>
          <p:nvPr/>
        </p:nvSpPr>
        <p:spPr>
          <a:xfrm>
            <a:off x="417777" y="3270532"/>
            <a:ext cx="1789663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Entertainment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5E46F1-BC44-9ED8-4C41-2844E11AF4ED}"/>
              </a:ext>
            </a:extLst>
          </p:cNvPr>
          <p:cNvSpPr/>
          <p:nvPr/>
        </p:nvSpPr>
        <p:spPr>
          <a:xfrm>
            <a:off x="65360" y="3697736"/>
            <a:ext cx="2401003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Lifestyle &amp; Wellness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40A6E9C-3F51-51A0-FB87-D97B1FA33F75}"/>
              </a:ext>
            </a:extLst>
          </p:cNvPr>
          <p:cNvSpPr/>
          <p:nvPr/>
        </p:nvSpPr>
        <p:spPr>
          <a:xfrm>
            <a:off x="17061" y="4060146"/>
            <a:ext cx="2418836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Education &amp; Learning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CE7A53F-4C22-49EC-A87E-B19B9105689B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5780F32-BCAC-AC56-A7F1-10CDC4D2D91C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FB24B505-7DC3-6AA2-D338-BD00E9D9C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A529FB80-CA69-4437-F46D-3605F7583C71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A57CA2E1-BBEE-74CB-943F-E4E0E6A63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B94C8D88-4B8F-C5E2-59EB-023A50E68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AC66EAEE-4C16-540A-2BF9-B1362220A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D514C4F6-4B85-3097-C856-52A681D155BF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FD75CE69-D754-ECB9-BF04-A705D95E3A56}"/>
              </a:ext>
            </a:extLst>
          </p:cNvPr>
          <p:cNvSpPr/>
          <p:nvPr/>
        </p:nvSpPr>
        <p:spPr>
          <a:xfrm>
            <a:off x="65361" y="1323885"/>
            <a:ext cx="1763440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0" name="Graphic 99" descr="Magnifying glass with solid fill">
            <a:extLst>
              <a:ext uri="{FF2B5EF4-FFF2-40B4-BE49-F238E27FC236}">
                <a16:creationId xmlns:a16="http://schemas.microsoft.com/office/drawing/2014/main" id="{EB81B648-E974-E9D4-8943-1CBB2E0056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3393" y="1258011"/>
            <a:ext cx="505443" cy="505443"/>
          </a:xfrm>
          <a:prstGeom prst="rect">
            <a:avLst/>
          </a:prstGeom>
        </p:spPr>
      </p:pic>
      <p:pic>
        <p:nvPicPr>
          <p:cNvPr id="2" name="Graphic 1" descr="Badge Follow with solid fill">
            <a:extLst>
              <a:ext uri="{FF2B5EF4-FFF2-40B4-BE49-F238E27FC236}">
                <a16:creationId xmlns:a16="http://schemas.microsoft.com/office/drawing/2014/main" id="{B2821A6A-7991-B713-AD8A-FF17FC761F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9332" y="30054"/>
            <a:ext cx="639723" cy="63972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38B4BC-C984-67E4-55EE-177C414117ED}"/>
              </a:ext>
            </a:extLst>
          </p:cNvPr>
          <p:cNvCxnSpPr>
            <a:cxnSpLocks/>
          </p:cNvCxnSpPr>
          <p:nvPr/>
        </p:nvCxnSpPr>
        <p:spPr>
          <a:xfrm>
            <a:off x="4785917" y="832822"/>
            <a:ext cx="0" cy="580287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A98754-10DB-0A3F-60B2-5843A6E6C472}"/>
              </a:ext>
            </a:extLst>
          </p:cNvPr>
          <p:cNvCxnSpPr>
            <a:cxnSpLocks/>
          </p:cNvCxnSpPr>
          <p:nvPr/>
        </p:nvCxnSpPr>
        <p:spPr>
          <a:xfrm>
            <a:off x="7174522" y="840512"/>
            <a:ext cx="0" cy="580287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E0C999-7840-4B90-5ABB-CC4D71F59B9A}"/>
              </a:ext>
            </a:extLst>
          </p:cNvPr>
          <p:cNvCxnSpPr>
            <a:cxnSpLocks/>
          </p:cNvCxnSpPr>
          <p:nvPr/>
        </p:nvCxnSpPr>
        <p:spPr>
          <a:xfrm>
            <a:off x="9969454" y="739952"/>
            <a:ext cx="0" cy="580287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4EBC59-7BE4-FC4A-6C80-C96BF1ABDEFF}"/>
              </a:ext>
            </a:extLst>
          </p:cNvPr>
          <p:cNvCxnSpPr>
            <a:cxnSpLocks/>
          </p:cNvCxnSpPr>
          <p:nvPr/>
        </p:nvCxnSpPr>
        <p:spPr>
          <a:xfrm flipH="1">
            <a:off x="2986480" y="2449586"/>
            <a:ext cx="8657439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9B258B-7F2B-BE80-70DC-8C801366EE53}"/>
              </a:ext>
            </a:extLst>
          </p:cNvPr>
          <p:cNvCxnSpPr>
            <a:cxnSpLocks/>
          </p:cNvCxnSpPr>
          <p:nvPr/>
        </p:nvCxnSpPr>
        <p:spPr>
          <a:xfrm flipH="1">
            <a:off x="3131733" y="4388841"/>
            <a:ext cx="8657439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746070-9E53-47CF-A8F2-3B74ADAF4FF2}"/>
              </a:ext>
            </a:extLst>
          </p:cNvPr>
          <p:cNvCxnSpPr>
            <a:cxnSpLocks/>
          </p:cNvCxnSpPr>
          <p:nvPr/>
        </p:nvCxnSpPr>
        <p:spPr>
          <a:xfrm flipH="1">
            <a:off x="3017160" y="6240885"/>
            <a:ext cx="8657439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25212C-8E87-75DC-7133-0FD19D0C3B82}"/>
              </a:ext>
            </a:extLst>
          </p:cNvPr>
          <p:cNvSpPr/>
          <p:nvPr/>
        </p:nvSpPr>
        <p:spPr>
          <a:xfrm>
            <a:off x="3418834" y="1261145"/>
            <a:ext cx="803947" cy="80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411B1-A77D-40D0-173D-C2BE3CD6F7A1}"/>
              </a:ext>
            </a:extLst>
          </p:cNvPr>
          <p:cNvSpPr txBox="1"/>
          <p:nvPr/>
        </p:nvSpPr>
        <p:spPr>
          <a:xfrm>
            <a:off x="2841694" y="899621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One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8642D-6FC3-5556-7A52-91B303194D72}"/>
              </a:ext>
            </a:extLst>
          </p:cNvPr>
          <p:cNvSpPr txBox="1"/>
          <p:nvPr/>
        </p:nvSpPr>
        <p:spPr>
          <a:xfrm>
            <a:off x="3017160" y="2103435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[Gaming]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6EDC4C-A881-E5C9-6A18-1CAB25493A2B}"/>
              </a:ext>
            </a:extLst>
          </p:cNvPr>
          <p:cNvSpPr/>
          <p:nvPr/>
        </p:nvSpPr>
        <p:spPr>
          <a:xfrm>
            <a:off x="5580076" y="1194130"/>
            <a:ext cx="803947" cy="80394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B6CCA1-E33D-22FE-9917-BA0A49040E3A}"/>
              </a:ext>
            </a:extLst>
          </p:cNvPr>
          <p:cNvSpPr txBox="1"/>
          <p:nvPr/>
        </p:nvSpPr>
        <p:spPr>
          <a:xfrm>
            <a:off x="5002936" y="832606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Two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7CEFB9-85CF-3245-D961-308173C0CF48}"/>
              </a:ext>
            </a:extLst>
          </p:cNvPr>
          <p:cNvSpPr txBox="1"/>
          <p:nvPr/>
        </p:nvSpPr>
        <p:spPr>
          <a:xfrm>
            <a:off x="5178402" y="2036420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[Entertainment]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2C06F12-B923-CE63-B215-D333B428F35E}"/>
              </a:ext>
            </a:extLst>
          </p:cNvPr>
          <p:cNvSpPr/>
          <p:nvPr/>
        </p:nvSpPr>
        <p:spPr>
          <a:xfrm>
            <a:off x="8308704" y="1232473"/>
            <a:ext cx="803947" cy="80394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14645F-1DB8-AE3E-C5F8-FC19A3849CE7}"/>
              </a:ext>
            </a:extLst>
          </p:cNvPr>
          <p:cNvSpPr txBox="1"/>
          <p:nvPr/>
        </p:nvSpPr>
        <p:spPr>
          <a:xfrm>
            <a:off x="7731564" y="870949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Three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D19BAE-EF03-3740-9589-AF0F85567DB3}"/>
              </a:ext>
            </a:extLst>
          </p:cNvPr>
          <p:cNvSpPr txBox="1"/>
          <p:nvPr/>
        </p:nvSpPr>
        <p:spPr>
          <a:xfrm>
            <a:off x="7907030" y="2074763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[Gaming]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9624B35-7A1B-47D4-88A1-916F0DF097B2}"/>
              </a:ext>
            </a:extLst>
          </p:cNvPr>
          <p:cNvSpPr/>
          <p:nvPr/>
        </p:nvSpPr>
        <p:spPr>
          <a:xfrm>
            <a:off x="10622718" y="1250833"/>
            <a:ext cx="803947" cy="80394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4F24EC-2E85-AFE7-94CB-087BEC5976E8}"/>
              </a:ext>
            </a:extLst>
          </p:cNvPr>
          <p:cNvSpPr txBox="1"/>
          <p:nvPr/>
        </p:nvSpPr>
        <p:spPr>
          <a:xfrm>
            <a:off x="10045578" y="889309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Four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4148C5-969C-6911-4958-9938AD03B3B1}"/>
              </a:ext>
            </a:extLst>
          </p:cNvPr>
          <p:cNvSpPr txBox="1"/>
          <p:nvPr/>
        </p:nvSpPr>
        <p:spPr>
          <a:xfrm>
            <a:off x="10221044" y="2093123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[Gaming]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9344D6B-6FF6-8106-51DA-BBE737E5FEF8}"/>
              </a:ext>
            </a:extLst>
          </p:cNvPr>
          <p:cNvSpPr/>
          <p:nvPr/>
        </p:nvSpPr>
        <p:spPr>
          <a:xfrm>
            <a:off x="3384719" y="3090218"/>
            <a:ext cx="803947" cy="80394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1B06C7-5BB2-8AEE-B62F-2358A6B16375}"/>
              </a:ext>
            </a:extLst>
          </p:cNvPr>
          <p:cNvSpPr txBox="1"/>
          <p:nvPr/>
        </p:nvSpPr>
        <p:spPr>
          <a:xfrm>
            <a:off x="2807579" y="2728694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Five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379253-2BA2-B0AC-C1AA-9E65E90D1FE0}"/>
              </a:ext>
            </a:extLst>
          </p:cNvPr>
          <p:cNvSpPr txBox="1"/>
          <p:nvPr/>
        </p:nvSpPr>
        <p:spPr>
          <a:xfrm>
            <a:off x="2983045" y="3932508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[Technology]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3B63592-E0F0-28EE-5BB7-1AEC01FC9B7D}"/>
              </a:ext>
            </a:extLst>
          </p:cNvPr>
          <p:cNvSpPr/>
          <p:nvPr/>
        </p:nvSpPr>
        <p:spPr>
          <a:xfrm>
            <a:off x="5743412" y="3110414"/>
            <a:ext cx="803947" cy="80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D9E8CB-2415-0803-21C2-4794687D89E7}"/>
              </a:ext>
            </a:extLst>
          </p:cNvPr>
          <p:cNvSpPr txBox="1"/>
          <p:nvPr/>
        </p:nvSpPr>
        <p:spPr>
          <a:xfrm>
            <a:off x="5166272" y="2748890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Six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B4CD1B-C996-7BAC-64C2-FCAE5B49C87A}"/>
              </a:ext>
            </a:extLst>
          </p:cNvPr>
          <p:cNvSpPr txBox="1"/>
          <p:nvPr/>
        </p:nvSpPr>
        <p:spPr>
          <a:xfrm>
            <a:off x="5341738" y="3952704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[Gaming]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FF542B8-6911-FB25-B9CE-F5D4386F80D7}"/>
              </a:ext>
            </a:extLst>
          </p:cNvPr>
          <p:cNvSpPr/>
          <p:nvPr/>
        </p:nvSpPr>
        <p:spPr>
          <a:xfrm>
            <a:off x="8220781" y="3061546"/>
            <a:ext cx="803947" cy="80394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CDB725-61E3-13BC-8580-DCE9850F0DA0}"/>
              </a:ext>
            </a:extLst>
          </p:cNvPr>
          <p:cNvSpPr txBox="1"/>
          <p:nvPr/>
        </p:nvSpPr>
        <p:spPr>
          <a:xfrm>
            <a:off x="7643641" y="2700022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Seven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402586-EC8D-13D4-1C88-C1A5F99CD303}"/>
              </a:ext>
            </a:extLst>
          </p:cNvPr>
          <p:cNvSpPr txBox="1"/>
          <p:nvPr/>
        </p:nvSpPr>
        <p:spPr>
          <a:xfrm>
            <a:off x="7819107" y="3903836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[Technology]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02DA997-6FA8-CE8A-8705-6F37AA39A13E}"/>
              </a:ext>
            </a:extLst>
          </p:cNvPr>
          <p:cNvSpPr/>
          <p:nvPr/>
        </p:nvSpPr>
        <p:spPr>
          <a:xfrm>
            <a:off x="10611400" y="3061546"/>
            <a:ext cx="803947" cy="80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E66939-98C7-195A-B092-8B32E307C3A7}"/>
              </a:ext>
            </a:extLst>
          </p:cNvPr>
          <p:cNvSpPr txBox="1"/>
          <p:nvPr/>
        </p:nvSpPr>
        <p:spPr>
          <a:xfrm>
            <a:off x="10034260" y="2700022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Eight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CABBC38-113A-3FC8-257A-C3CF5F8CF763}"/>
              </a:ext>
            </a:extLst>
          </p:cNvPr>
          <p:cNvSpPr txBox="1"/>
          <p:nvPr/>
        </p:nvSpPr>
        <p:spPr>
          <a:xfrm>
            <a:off x="10209726" y="3903836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[Entertainment]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23AF97D7-5326-8076-D9A0-D423FF76045D}"/>
              </a:ext>
            </a:extLst>
          </p:cNvPr>
          <p:cNvSpPr/>
          <p:nvPr/>
        </p:nvSpPr>
        <p:spPr>
          <a:xfrm>
            <a:off x="10560502" y="4947441"/>
            <a:ext cx="803947" cy="80394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2A57D7F-ACBA-3173-9F25-F176723B6852}"/>
              </a:ext>
            </a:extLst>
          </p:cNvPr>
          <p:cNvSpPr txBox="1"/>
          <p:nvPr/>
        </p:nvSpPr>
        <p:spPr>
          <a:xfrm>
            <a:off x="9986907" y="4437701"/>
            <a:ext cx="1933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Twelve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02AD80B-A294-599B-09D0-9650DB5EA9D6}"/>
              </a:ext>
            </a:extLst>
          </p:cNvPr>
          <p:cNvSpPr txBox="1"/>
          <p:nvPr/>
        </p:nvSpPr>
        <p:spPr>
          <a:xfrm>
            <a:off x="10158828" y="5789731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[Technology]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FC9A8E2A-DA52-6F07-49E6-47BF53DD3E17}"/>
              </a:ext>
            </a:extLst>
          </p:cNvPr>
          <p:cNvSpPr/>
          <p:nvPr/>
        </p:nvSpPr>
        <p:spPr>
          <a:xfrm>
            <a:off x="8162110" y="4974312"/>
            <a:ext cx="803947" cy="8039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8F7007-2B87-05AE-3D28-0D967C92AEAB}"/>
              </a:ext>
            </a:extLst>
          </p:cNvPr>
          <p:cNvSpPr txBox="1"/>
          <p:nvPr/>
        </p:nvSpPr>
        <p:spPr>
          <a:xfrm>
            <a:off x="7584970" y="4612788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Eleven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CC7A4-1C2D-62F3-1738-DDBC65A31515}"/>
              </a:ext>
            </a:extLst>
          </p:cNvPr>
          <p:cNvSpPr txBox="1"/>
          <p:nvPr/>
        </p:nvSpPr>
        <p:spPr>
          <a:xfrm>
            <a:off x="7760436" y="5816602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[Gaming]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437A52F5-FBC7-25BB-A84E-93B42ED192BF}"/>
              </a:ext>
            </a:extLst>
          </p:cNvPr>
          <p:cNvSpPr/>
          <p:nvPr/>
        </p:nvSpPr>
        <p:spPr>
          <a:xfrm>
            <a:off x="5594619" y="4951306"/>
            <a:ext cx="803947" cy="80394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D65FA66-0D7C-158B-E989-2DBCE82AE9F8}"/>
              </a:ext>
            </a:extLst>
          </p:cNvPr>
          <p:cNvSpPr txBox="1"/>
          <p:nvPr/>
        </p:nvSpPr>
        <p:spPr>
          <a:xfrm>
            <a:off x="5017479" y="4589782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Ten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CF7394F-6560-E6A9-7682-E72B2E275A45}"/>
              </a:ext>
            </a:extLst>
          </p:cNvPr>
          <p:cNvSpPr txBox="1"/>
          <p:nvPr/>
        </p:nvSpPr>
        <p:spPr>
          <a:xfrm>
            <a:off x="5084551" y="5769672"/>
            <a:ext cx="1928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[Hobbies &amp; Crafts]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BAC508AA-C1ED-3863-0BC1-54AEB5799F0C}"/>
              </a:ext>
            </a:extLst>
          </p:cNvPr>
          <p:cNvSpPr/>
          <p:nvPr/>
        </p:nvSpPr>
        <p:spPr>
          <a:xfrm>
            <a:off x="3418834" y="4905973"/>
            <a:ext cx="803947" cy="80394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120EFA1-FD14-E3DD-92D4-275F680891D0}"/>
              </a:ext>
            </a:extLst>
          </p:cNvPr>
          <p:cNvSpPr txBox="1"/>
          <p:nvPr/>
        </p:nvSpPr>
        <p:spPr>
          <a:xfrm>
            <a:off x="2841694" y="4544449"/>
            <a:ext cx="1933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 Nine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0D62A3B-0506-5BB0-B77F-8BED34547AD3}"/>
              </a:ext>
            </a:extLst>
          </p:cNvPr>
          <p:cNvSpPr txBox="1"/>
          <p:nvPr/>
        </p:nvSpPr>
        <p:spPr>
          <a:xfrm>
            <a:off x="3017160" y="5748263"/>
            <a:ext cx="1682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[Gaming]</a:t>
            </a:r>
          </a:p>
        </p:txBody>
      </p:sp>
    </p:spTree>
    <p:extLst>
      <p:ext uri="{BB962C8B-B14F-4D97-AF65-F5344CB8AC3E}">
        <p14:creationId xmlns:p14="http://schemas.microsoft.com/office/powerpoint/2010/main" val="2703826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A69A1-BF61-5630-0A8C-F43DACB7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32E4BC-179A-3C4A-2D92-2845987904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F43925-7C2E-2304-31DD-B9D50D7BF724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41540EF-BD83-E5C2-096B-6CC80036BFBD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2EDC28-6253-62EF-1C90-E67A886E54FF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C2B8E3-0EE5-CA8B-A488-5D88D9E6F4A9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4D8544-6A40-4DF8-39BF-54C166899261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4A8EA190-6B8C-40B0-D326-6D04F59556B9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648FFA6-4251-E677-4203-252A905E3B4A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C6ECDE-4409-7B29-6B65-37BBEF9206CB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9072A33-876E-398B-1055-A9D59D561EC0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31D0CBA-A59E-DDF8-47E2-7D36AD7D0712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3BBEB49C-0BF1-93E0-C252-E91A712CCD9E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5286A66-A1BA-BB94-E53F-D939F1D8D585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16A898C-D96D-4D68-F907-B70187F78EC5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E90DBA7-3B1F-A208-75D7-F4EACEC25ABB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B4282F9-DE87-FB51-9361-EB8D0865A551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E3C786-1C45-E3F4-DF47-EA3BB8AAFE20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EDE9061-5CCB-479B-AFF9-0EAF48FD8F83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3210A12-86EE-501B-3EFA-426A96064824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F832285-EC9F-FB8C-D874-FC71C48A72F3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7A71EBEC-D9D7-AE10-21CD-D08EE4738708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2BB9FF34-55BA-CB1B-F08C-D98205C1D65A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49F53316-0AA4-DD54-1B3B-2CD62DCD05D9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F5378D-1C50-168A-ED20-B0CD0C46150A}"/>
              </a:ext>
            </a:extLst>
          </p:cNvPr>
          <p:cNvSpPr/>
          <p:nvPr/>
        </p:nvSpPr>
        <p:spPr>
          <a:xfrm>
            <a:off x="174771" y="1793228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9BDF43-DE8F-4939-22AF-6E960C674518}"/>
              </a:ext>
            </a:extLst>
          </p:cNvPr>
          <p:cNvSpPr/>
          <p:nvPr/>
        </p:nvSpPr>
        <p:spPr>
          <a:xfrm>
            <a:off x="629173" y="1810006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One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6263C88-4498-07F1-5AE5-AA20D668391E}"/>
              </a:ext>
            </a:extLst>
          </p:cNvPr>
          <p:cNvSpPr/>
          <p:nvPr/>
        </p:nvSpPr>
        <p:spPr>
          <a:xfrm>
            <a:off x="167781" y="1777849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83245CB-A1A6-360C-30B6-B1DF4ABE4E3C}"/>
              </a:ext>
            </a:extLst>
          </p:cNvPr>
          <p:cNvSpPr/>
          <p:nvPr/>
        </p:nvSpPr>
        <p:spPr>
          <a:xfrm>
            <a:off x="174771" y="2402559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DC916B-CAC5-1EEA-D0F9-42D991113AEC}"/>
              </a:ext>
            </a:extLst>
          </p:cNvPr>
          <p:cNvSpPr/>
          <p:nvPr/>
        </p:nvSpPr>
        <p:spPr>
          <a:xfrm>
            <a:off x="629173" y="2419337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Two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D0A52AB-362D-C394-2771-FB9AE8A66201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bg2">
                    <a:lumMod val="75000"/>
                  </a:schemeClr>
                </a:solidFill>
              </a:rPr>
              <a:t>D</a:t>
            </a:r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irect </a:t>
            </a:r>
            <a:r>
              <a:rPr lang="en-GB" sz="2400" u="sng" dirty="0">
                <a:solidFill>
                  <a:schemeClr val="bg2">
                    <a:lumMod val="75000"/>
                  </a:schemeClr>
                </a:solidFill>
              </a:rPr>
              <a:t>M</a:t>
            </a:r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essages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3066779-3C38-8BE8-FBDE-E27084C0B102}"/>
              </a:ext>
            </a:extLst>
          </p:cNvPr>
          <p:cNvSpPr/>
          <p:nvPr/>
        </p:nvSpPr>
        <p:spPr>
          <a:xfrm>
            <a:off x="167781" y="2387180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05A9D19-00F1-8D59-BCE9-775BDBAC0199}"/>
              </a:ext>
            </a:extLst>
          </p:cNvPr>
          <p:cNvSpPr/>
          <p:nvPr/>
        </p:nvSpPr>
        <p:spPr>
          <a:xfrm>
            <a:off x="181761" y="2933054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FE44887-FCD3-131E-F95E-A5C0BAC8C58F}"/>
              </a:ext>
            </a:extLst>
          </p:cNvPr>
          <p:cNvSpPr/>
          <p:nvPr/>
        </p:nvSpPr>
        <p:spPr>
          <a:xfrm>
            <a:off x="636163" y="2949832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Three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E5E7D0B-ED5A-BF3D-3729-208416A2992C}"/>
              </a:ext>
            </a:extLst>
          </p:cNvPr>
          <p:cNvSpPr/>
          <p:nvPr/>
        </p:nvSpPr>
        <p:spPr>
          <a:xfrm>
            <a:off x="174771" y="291767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4D2A6DA-F548-C0CE-19B8-203D7EDFF881}"/>
              </a:ext>
            </a:extLst>
          </p:cNvPr>
          <p:cNvSpPr/>
          <p:nvPr/>
        </p:nvSpPr>
        <p:spPr>
          <a:xfrm>
            <a:off x="174771" y="3463549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6FB1853-4350-453B-05A4-7D66DF178A10}"/>
              </a:ext>
            </a:extLst>
          </p:cNvPr>
          <p:cNvSpPr/>
          <p:nvPr/>
        </p:nvSpPr>
        <p:spPr>
          <a:xfrm>
            <a:off x="629173" y="3480327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Four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E2EEE02-7053-A002-567F-460AAA5B5FE6}"/>
              </a:ext>
            </a:extLst>
          </p:cNvPr>
          <p:cNvSpPr/>
          <p:nvPr/>
        </p:nvSpPr>
        <p:spPr>
          <a:xfrm>
            <a:off x="167781" y="3448170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A345475-9069-9E2C-455B-0817DDB5BA6E}"/>
              </a:ext>
            </a:extLst>
          </p:cNvPr>
          <p:cNvSpPr/>
          <p:nvPr/>
        </p:nvSpPr>
        <p:spPr>
          <a:xfrm>
            <a:off x="181761" y="4010100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E2469EE-69BD-095A-7F7D-28F678631023}"/>
              </a:ext>
            </a:extLst>
          </p:cNvPr>
          <p:cNvSpPr/>
          <p:nvPr/>
        </p:nvSpPr>
        <p:spPr>
          <a:xfrm>
            <a:off x="636163" y="4026878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Five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5F6867A-AF01-0F3F-6D32-8F7E16696117}"/>
              </a:ext>
            </a:extLst>
          </p:cNvPr>
          <p:cNvSpPr/>
          <p:nvPr/>
        </p:nvSpPr>
        <p:spPr>
          <a:xfrm>
            <a:off x="174771" y="3994721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F1BBBBF-A13C-1020-6809-B9180E08D069}"/>
              </a:ext>
            </a:extLst>
          </p:cNvPr>
          <p:cNvSpPr/>
          <p:nvPr/>
        </p:nvSpPr>
        <p:spPr>
          <a:xfrm>
            <a:off x="188751" y="4648347"/>
            <a:ext cx="402671" cy="40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636FAC2-03A5-11CD-7F9B-62332B6264AE}"/>
              </a:ext>
            </a:extLst>
          </p:cNvPr>
          <p:cNvSpPr/>
          <p:nvPr/>
        </p:nvSpPr>
        <p:spPr>
          <a:xfrm>
            <a:off x="643153" y="4665125"/>
            <a:ext cx="1275127" cy="402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User Six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9EB504F-9F93-4EF8-7F1E-A2C41B3ED94D}"/>
              </a:ext>
            </a:extLst>
          </p:cNvPr>
          <p:cNvSpPr/>
          <p:nvPr/>
        </p:nvSpPr>
        <p:spPr>
          <a:xfrm>
            <a:off x="181761" y="4632968"/>
            <a:ext cx="125834" cy="12583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7B262D2-7BC9-5F45-3142-923EAD1CFC36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DFF645E-E27E-F820-62F4-E36C019C30F7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8F6A1D54-01D4-B2A2-4087-29E735441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EB93C7BC-56DF-CB63-82D7-7754D7709940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C7D4DED1-355D-581C-B38B-52E7CAB2D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62492ADD-2920-C6D7-2360-719664CE59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1D8B6B8A-F74B-D279-1303-C6F8F2CA32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989AC70A-D5FD-C33A-7C01-32BC5B5547BA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5E3535C3-F5BE-5B61-0CAD-F156436999E8}"/>
              </a:ext>
            </a:extLst>
          </p:cNvPr>
          <p:cNvSpPr/>
          <p:nvPr/>
        </p:nvSpPr>
        <p:spPr>
          <a:xfrm>
            <a:off x="577441" y="1323885"/>
            <a:ext cx="1251359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0" name="Graphic 99" descr="Magnifying glass with solid fill">
            <a:extLst>
              <a:ext uri="{FF2B5EF4-FFF2-40B4-BE49-F238E27FC236}">
                <a16:creationId xmlns:a16="http://schemas.microsoft.com/office/drawing/2014/main" id="{7C5DA121-A62C-0DDE-3B88-93A8F2BE3D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3393" y="1258011"/>
            <a:ext cx="505443" cy="505443"/>
          </a:xfrm>
          <a:prstGeom prst="rect">
            <a:avLst/>
          </a:prstGeom>
        </p:spPr>
      </p:pic>
      <p:pic>
        <p:nvPicPr>
          <p:cNvPr id="102" name="Graphic 101" descr="Badge Follow with solid fill">
            <a:extLst>
              <a:ext uri="{FF2B5EF4-FFF2-40B4-BE49-F238E27FC236}">
                <a16:creationId xmlns:a16="http://schemas.microsoft.com/office/drawing/2014/main" id="{D543A072-2478-51CB-7203-71D5AB06B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31" y="1238668"/>
            <a:ext cx="503693" cy="503693"/>
          </a:xfrm>
          <a:prstGeom prst="rect">
            <a:avLst/>
          </a:prstGeom>
        </p:spPr>
      </p:pic>
      <p:pic>
        <p:nvPicPr>
          <p:cNvPr id="2" name="Graphic 1" descr="Badge Follow with solid fill">
            <a:extLst>
              <a:ext uri="{FF2B5EF4-FFF2-40B4-BE49-F238E27FC236}">
                <a16:creationId xmlns:a16="http://schemas.microsoft.com/office/drawing/2014/main" id="{ACEB7B48-497E-5618-518B-2F4DAB18F5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49332" y="30054"/>
            <a:ext cx="639723" cy="639723"/>
          </a:xfrm>
          <a:prstGeom prst="rect">
            <a:avLst/>
          </a:prstGeom>
        </p:spPr>
      </p:pic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B08935C-1CAD-82FC-2417-5D72350C2A30}"/>
              </a:ext>
            </a:extLst>
          </p:cNvPr>
          <p:cNvSpPr/>
          <p:nvPr/>
        </p:nvSpPr>
        <p:spPr>
          <a:xfrm rot="5400000">
            <a:off x="2604648" y="-2729351"/>
            <a:ext cx="6935333" cy="12239372"/>
          </a:xfrm>
          <a:prstGeom prst="round2SameRect">
            <a:avLst>
              <a:gd name="adj1" fmla="val 2339"/>
              <a:gd name="adj2" fmla="val 0"/>
            </a:avLst>
          </a:prstGeom>
          <a:solidFill>
            <a:srgbClr val="171717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2C4273F4-622F-FF00-145A-BB1D4FAA29A4}"/>
              </a:ext>
            </a:extLst>
          </p:cNvPr>
          <p:cNvSpPr/>
          <p:nvPr/>
        </p:nvSpPr>
        <p:spPr>
          <a:xfrm rot="5400000">
            <a:off x="3192208" y="-818464"/>
            <a:ext cx="5799358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8D3DB-33BE-5E52-B3ED-15457891BB8B}"/>
              </a:ext>
            </a:extLst>
          </p:cNvPr>
          <p:cNvSpPr txBox="1"/>
          <p:nvPr/>
        </p:nvSpPr>
        <p:spPr>
          <a:xfrm>
            <a:off x="4354448" y="1062275"/>
            <a:ext cx="337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Create Group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1AA7BF-FAD8-4712-E168-E3EF779C711E}"/>
              </a:ext>
            </a:extLst>
          </p:cNvPr>
          <p:cNvSpPr/>
          <p:nvPr/>
        </p:nvSpPr>
        <p:spPr>
          <a:xfrm>
            <a:off x="4165609" y="2062439"/>
            <a:ext cx="3971172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F4587-BBBB-6598-52C4-E8525576555A}"/>
              </a:ext>
            </a:extLst>
          </p:cNvPr>
          <p:cNvSpPr txBox="1"/>
          <p:nvPr/>
        </p:nvSpPr>
        <p:spPr>
          <a:xfrm>
            <a:off x="4403172" y="1694335"/>
            <a:ext cx="337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Name</a:t>
            </a:r>
            <a:r>
              <a:rPr lang="en-GB" dirty="0">
                <a:solidFill>
                  <a:srgbClr val="C00000"/>
                </a:solidFill>
              </a:rPr>
              <a:t> 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FA8DB-B9AF-AF90-9818-04ACE3AE64CD}"/>
              </a:ext>
            </a:extLst>
          </p:cNvPr>
          <p:cNvSpPr txBox="1"/>
          <p:nvPr/>
        </p:nvSpPr>
        <p:spPr>
          <a:xfrm>
            <a:off x="4140210" y="2431223"/>
            <a:ext cx="1077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0/50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09897B-E3F5-A9A3-26A2-96200CAEB86A}"/>
              </a:ext>
            </a:extLst>
          </p:cNvPr>
          <p:cNvSpPr/>
          <p:nvPr/>
        </p:nvSpPr>
        <p:spPr>
          <a:xfrm>
            <a:off x="4196140" y="3246152"/>
            <a:ext cx="3971172" cy="10380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68EE4B-62C1-2169-7338-74F0FA0D909B}"/>
              </a:ext>
            </a:extLst>
          </p:cNvPr>
          <p:cNvSpPr txBox="1"/>
          <p:nvPr/>
        </p:nvSpPr>
        <p:spPr>
          <a:xfrm>
            <a:off x="4366010" y="2808729"/>
            <a:ext cx="337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Description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7F1DB1-45F0-1C73-4B3A-8153CF603968}"/>
              </a:ext>
            </a:extLst>
          </p:cNvPr>
          <p:cNvSpPr/>
          <p:nvPr/>
        </p:nvSpPr>
        <p:spPr>
          <a:xfrm>
            <a:off x="8462864" y="1105652"/>
            <a:ext cx="1937857" cy="1937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Graphic 14" descr="User outline">
            <a:extLst>
              <a:ext uri="{FF2B5EF4-FFF2-40B4-BE49-F238E27FC236}">
                <a16:creationId xmlns:a16="http://schemas.microsoft.com/office/drawing/2014/main" id="{1258A430-3B5C-A1C8-EBEE-4538C4EDB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3501" y="1105650"/>
            <a:ext cx="1731253" cy="17312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B91E4E-FE91-858A-FD2F-99D14753490F}"/>
              </a:ext>
            </a:extLst>
          </p:cNvPr>
          <p:cNvSpPr txBox="1"/>
          <p:nvPr/>
        </p:nvSpPr>
        <p:spPr>
          <a:xfrm>
            <a:off x="8521878" y="3070619"/>
            <a:ext cx="181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Icon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C620BF-DDCB-CBE2-0631-FB13759214CE}"/>
              </a:ext>
            </a:extLst>
          </p:cNvPr>
          <p:cNvSpPr/>
          <p:nvPr/>
        </p:nvSpPr>
        <p:spPr>
          <a:xfrm>
            <a:off x="8433064" y="3473278"/>
            <a:ext cx="2027988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www.image.webp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7F6DE98-E56F-2926-0487-95F969590D55}"/>
              </a:ext>
            </a:extLst>
          </p:cNvPr>
          <p:cNvSpPr/>
          <p:nvPr/>
        </p:nvSpPr>
        <p:spPr>
          <a:xfrm>
            <a:off x="8462864" y="3919950"/>
            <a:ext cx="1998188" cy="40011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Upload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FF02F13-A2F6-34D2-88C8-5D332B797A21}"/>
              </a:ext>
            </a:extLst>
          </p:cNvPr>
          <p:cNvSpPr/>
          <p:nvPr/>
        </p:nvSpPr>
        <p:spPr>
          <a:xfrm>
            <a:off x="4764877" y="6066727"/>
            <a:ext cx="3215444" cy="61138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Group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6267362-43DC-CEE1-CB67-0A090E28707B}"/>
              </a:ext>
            </a:extLst>
          </p:cNvPr>
          <p:cNvSpPr/>
          <p:nvPr/>
        </p:nvSpPr>
        <p:spPr>
          <a:xfrm>
            <a:off x="4236442" y="4849682"/>
            <a:ext cx="3971172" cy="3568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           Private</a:t>
            </a:r>
          </a:p>
        </p:txBody>
      </p:sp>
      <p:pic>
        <p:nvPicPr>
          <p:cNvPr id="30" name="Graphic 29" descr="Caret Down with solid fill">
            <a:extLst>
              <a:ext uri="{FF2B5EF4-FFF2-40B4-BE49-F238E27FC236}">
                <a16:creationId xmlns:a16="http://schemas.microsoft.com/office/drawing/2014/main" id="{173BED53-C603-F27D-F69A-EA408F321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16239" y="4891091"/>
            <a:ext cx="315489" cy="31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4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61898-6854-28B0-9014-DCBC1943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5F96CC-37FC-469E-49CB-E9875E1B76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3EC6-9DA0-2873-8FCB-74AF62FFF4A5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404E9C-D765-EAE8-7747-5DACAAB72A01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DDE091-EB40-B0A9-8538-1F2E2F1A79CC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FEFA343-DE4D-F491-F084-5A36EC306C6E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A47C166-3DF4-41F6-A70C-13C053FE6869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70EEADA4-6905-6980-5D51-CF3B84375053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2D8049-84C3-F583-895A-7BBFFD47778C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84F3E0-62F3-F50B-CF59-59844E20AF9E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AD36BC-D703-EC1E-6190-73F96FCBF56E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6FB8447-C6F4-6FB5-1A2A-18B73361C4D3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95B1E90B-4142-7AA7-40A5-CEF2D4C7BD52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47C19D9-F1D7-62FB-14A4-288DBA15590A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239ABD2-7807-255E-F314-50803EEEC1A3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C1666D5-F164-B6D5-D4FC-D6928A866FBD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9EEE285-5A4D-99E8-A293-65EB91D1D995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81A37B4-A0CE-7B74-4A4C-FEE1C5DFA438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5203F8B-C035-870A-4A37-365054F83511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60CFCC5-CE40-CB0F-80C9-A07DCD777ED9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39F3727-0053-5ED2-2888-6EA8862AD81F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D34C31C7-B100-119A-ED70-FDD5B0906D95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A7E43F58-A64D-D35F-435A-E8FBC047F44E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B619C348-AE09-E0A9-4C55-920B0F395A4F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21150BC-D29C-3A2F-6827-B7011AE80BA6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98EAE38-BE52-E2AE-9947-CE6EB8C6278D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491C6B11-1F90-03AE-3AE4-7603C50A2C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D41F72EA-03CB-5F26-0F49-49B79C9D86FE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63321E86-AA52-FC77-4149-B761C3DA3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908828E2-D602-34F2-ED4C-26AB60FBD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9785FC2C-F6D8-275B-48A6-00494AC0CE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0FD5F415-34B6-E8B0-DF72-727A7A2A4F80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 descr="Badge Follow with solid fill">
            <a:extLst>
              <a:ext uri="{FF2B5EF4-FFF2-40B4-BE49-F238E27FC236}">
                <a16:creationId xmlns:a16="http://schemas.microsoft.com/office/drawing/2014/main" id="{54D66F01-EBC9-E6CD-68A1-8DA0BD4B4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9332" y="30054"/>
            <a:ext cx="639723" cy="6397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D1AFC3-41F0-12BB-BBD7-52868D6965F5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2FF018-EFF0-D986-DD3B-DA98EFC03ED7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A4AA98-A746-1E90-F73C-8B75FBC2535B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FFC078-1F26-E807-A4A1-B64BAB66DF2C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42EF8-0EB9-DDCF-15FB-3F960F4005EF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817795-2808-8652-E0A2-CF5341CC2D6B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56678C9-FDF8-6AC7-4D75-E120B9B53DAE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24B5F89-4731-1944-4D21-208CEDE91624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17615D-649E-92BB-4BE6-32C57425A55F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7D0307-EAB8-A68B-9F42-17EE5C306466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00C717FA-2EAB-2F6C-6D55-8D07452A4F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B293DF59-A4A4-7994-F296-A849CC398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860C0A4F-12BA-12F0-5457-15456DA318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3BB12DBE-D84D-4E1E-42B2-C79AC2110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FE287DED-2CE9-950A-FCB7-B86F57D2C8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DF7C961-1190-67C8-6425-B9DD30967F27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E423612-51C4-2886-C18F-1CEB4B1DFC0E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2AECCAC6-5BCC-487E-63A9-12A691BECB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E2FF2BFE-E324-3829-7CFD-4CBDD95098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5A1C8642-E048-B374-49A5-8621E3782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CCBD1025-14F4-9FD2-7ED7-B37308EFD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7A957F45-6963-9AFF-8D5E-F8D675F39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1978C97B-4BEE-7532-5776-76E90FD772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2E1DB7CE-5FFB-4CF3-F182-D50BAC1CE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41C67D86-61BC-AB89-714A-031A90BA8D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58E757E-C07A-FD14-CC00-3B7616958143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6A210C4-59BB-CC29-DEB9-E1581C899080}"/>
              </a:ext>
            </a:extLst>
          </p:cNvPr>
          <p:cNvSpPr txBox="1"/>
          <p:nvPr/>
        </p:nvSpPr>
        <p:spPr>
          <a:xfrm>
            <a:off x="2484600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C691931-2AF1-185C-535A-3DCED8C0ECF0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This is one space this text can be used to describe what this space is used for.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0A5CB5-B7DD-9B45-1D61-45C2D4BB8F0D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45073F0E-9F58-A2C9-5B57-4095F25B29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15EC2F6-9093-120D-F73D-84306B96D19E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CB4A014D-3B09-4D1D-EDEA-3784871E9A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DDF1476E-89AC-4305-04C0-E438DDC6CC37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EED58DE-1E68-C67B-5588-2D10EF6B81C9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154ECB83-1900-15CA-63E6-57AE9DB99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E0D6AAC2-4E5C-BD9E-084E-330093D4E3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D29C07AA-7EAE-F1D4-C91F-520342DC43D2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66256497-F33F-0D53-C14F-9981F8A52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BD6EF88-67C3-AEDC-5EF0-A4C1BD6B1266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97C6C797-D001-0679-76E5-1E37DB8F2A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6EAA915B-4187-B070-BAFC-5A9C9B16F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5" name="Graphic 124" descr="Pin with solid fill">
            <a:extLst>
              <a:ext uri="{FF2B5EF4-FFF2-40B4-BE49-F238E27FC236}">
                <a16:creationId xmlns:a16="http://schemas.microsoft.com/office/drawing/2014/main" id="{195E5CAF-F3FD-A29E-2637-708F513895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93873" y="868849"/>
            <a:ext cx="313151" cy="313151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9366D531-23D7-3061-2323-97CA4FB4D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9BA004C4-28C2-82BA-883C-A537243E9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C50D685-31F8-D307-FA69-96A40871BD3F}"/>
              </a:ext>
            </a:extLst>
          </p:cNvPr>
          <p:cNvCxnSpPr>
            <a:cxnSpLocks/>
          </p:cNvCxnSpPr>
          <p:nvPr/>
        </p:nvCxnSpPr>
        <p:spPr>
          <a:xfrm flipV="1">
            <a:off x="10331441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4300EA9-F48D-7A98-A91A-53186D0076AE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7F95F14F-9E1B-1247-07D4-E70C02C1BD41}"/>
              </a:ext>
            </a:extLst>
          </p:cNvPr>
          <p:cNvSpPr/>
          <p:nvPr/>
        </p:nvSpPr>
        <p:spPr>
          <a:xfrm>
            <a:off x="5065634" y="6101763"/>
            <a:ext cx="4246675" cy="4773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Type a message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1923001-AC14-2E42-D271-68870EBFB06F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CF5BC07-E449-E510-EF56-8A8B20816F72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0F6B2EA6-8C28-CE88-F417-F7688DC73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52D5EADC-0133-6424-2843-DD2D2996AFB7}"/>
              </a:ext>
            </a:extLst>
          </p:cNvPr>
          <p:cNvSpPr/>
          <p:nvPr/>
        </p:nvSpPr>
        <p:spPr>
          <a:xfrm>
            <a:off x="9997882" y="6105773"/>
            <a:ext cx="531818" cy="4773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313F09DA-B017-2CC7-48EB-BAFF0482E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46" name="Graphic 145" descr="Radio microphone with solid fill">
            <a:extLst>
              <a:ext uri="{FF2B5EF4-FFF2-40B4-BE49-F238E27FC236}">
                <a16:creationId xmlns:a16="http://schemas.microsoft.com/office/drawing/2014/main" id="{B06EDEBD-AC92-A1E9-9EB9-9553CA8A1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10394" y="6149145"/>
            <a:ext cx="385245" cy="385245"/>
          </a:xfrm>
          <a:prstGeom prst="rect">
            <a:avLst/>
          </a:prstGeom>
        </p:spPr>
      </p:pic>
      <p:sp>
        <p:nvSpPr>
          <p:cNvPr id="153" name="Oval 152">
            <a:extLst>
              <a:ext uri="{FF2B5EF4-FFF2-40B4-BE49-F238E27FC236}">
                <a16:creationId xmlns:a16="http://schemas.microsoft.com/office/drawing/2014/main" id="{F2FAC62A-4D95-08BF-C50A-AD78C2FA7E37}"/>
              </a:ext>
            </a:extLst>
          </p:cNvPr>
          <p:cNvSpPr/>
          <p:nvPr/>
        </p:nvSpPr>
        <p:spPr>
          <a:xfrm>
            <a:off x="3861794" y="6132834"/>
            <a:ext cx="531818" cy="4773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514E3340-54C4-C4E9-9473-BBB2CF04841F}"/>
              </a:ext>
            </a:extLst>
          </p:cNvPr>
          <p:cNvSpPr/>
          <p:nvPr/>
        </p:nvSpPr>
        <p:spPr>
          <a:xfrm>
            <a:off x="9385089" y="6105773"/>
            <a:ext cx="531818" cy="4773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50" name="Graphic 149" descr="Send outline">
            <a:extLst>
              <a:ext uri="{FF2B5EF4-FFF2-40B4-BE49-F238E27FC236}">
                <a16:creationId xmlns:a16="http://schemas.microsoft.com/office/drawing/2014/main" id="{DB111D2F-6F4C-5AB5-BB61-3EF8428BF3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98123" y="6131843"/>
            <a:ext cx="437761" cy="437761"/>
          </a:xfrm>
          <a:prstGeom prst="rect">
            <a:avLst/>
          </a:prstGeom>
        </p:spPr>
      </p:pic>
      <p:pic>
        <p:nvPicPr>
          <p:cNvPr id="152" name="Graphic 151" descr="Paperclip with solid fill">
            <a:extLst>
              <a:ext uri="{FF2B5EF4-FFF2-40B4-BE49-F238E27FC236}">
                <a16:creationId xmlns:a16="http://schemas.microsoft.com/office/drawing/2014/main" id="{ABF4049B-241E-6AAB-4454-5FD9A848B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20085" y="6160685"/>
            <a:ext cx="406019" cy="406019"/>
          </a:xfrm>
          <a:prstGeom prst="rect">
            <a:avLst/>
          </a:prstGeom>
        </p:spPr>
      </p:pic>
      <p:sp>
        <p:nvSpPr>
          <p:cNvPr id="156" name="Oval 155">
            <a:extLst>
              <a:ext uri="{FF2B5EF4-FFF2-40B4-BE49-F238E27FC236}">
                <a16:creationId xmlns:a16="http://schemas.microsoft.com/office/drawing/2014/main" id="{F674B58A-697E-FD3E-1DDB-11C4EF0290C1}"/>
              </a:ext>
            </a:extLst>
          </p:cNvPr>
          <p:cNvSpPr/>
          <p:nvPr/>
        </p:nvSpPr>
        <p:spPr>
          <a:xfrm>
            <a:off x="4466441" y="6130157"/>
            <a:ext cx="531818" cy="4773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C0DCB1A-2567-015D-8F57-61E9938CA835}"/>
              </a:ext>
            </a:extLst>
          </p:cNvPr>
          <p:cNvSpPr/>
          <p:nvPr/>
        </p:nvSpPr>
        <p:spPr>
          <a:xfrm>
            <a:off x="3144756" y="6120988"/>
            <a:ext cx="531818" cy="4773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44" name="Graphic 143" descr="Angel face with solid fill with solid fill">
            <a:extLst>
              <a:ext uri="{FF2B5EF4-FFF2-40B4-BE49-F238E27FC236}">
                <a16:creationId xmlns:a16="http://schemas.microsoft.com/office/drawing/2014/main" id="{E2B5D837-773E-FA18-22ED-705172C73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553352" y="6177377"/>
            <a:ext cx="374072" cy="374072"/>
          </a:xfrm>
          <a:prstGeom prst="rect">
            <a:avLst/>
          </a:prstGeom>
        </p:spPr>
      </p:pic>
      <p:pic>
        <p:nvPicPr>
          <p:cNvPr id="148" name="Graphic 147" descr="Caret Up with solid fill">
            <a:extLst>
              <a:ext uri="{FF2B5EF4-FFF2-40B4-BE49-F238E27FC236}">
                <a16:creationId xmlns:a16="http://schemas.microsoft.com/office/drawing/2014/main" id="{4497F982-619F-122A-1175-E61884BD2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224472" y="6149759"/>
            <a:ext cx="368581" cy="368581"/>
          </a:xfrm>
          <a:prstGeom prst="rect">
            <a:avLst/>
          </a:prstGeom>
        </p:spPr>
      </p:pic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A8A66AA-021D-77CA-0BD4-0F270E77A1E1}"/>
              </a:ext>
            </a:extLst>
          </p:cNvPr>
          <p:cNvCxnSpPr>
            <a:cxnSpLocks/>
          </p:cNvCxnSpPr>
          <p:nvPr/>
        </p:nvCxnSpPr>
        <p:spPr>
          <a:xfrm>
            <a:off x="3157404" y="5962850"/>
            <a:ext cx="8595622" cy="0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0243713E-C00A-CCE2-FE33-4E0272A1278B}"/>
              </a:ext>
            </a:extLst>
          </p:cNvPr>
          <p:cNvSpPr/>
          <p:nvPr/>
        </p:nvSpPr>
        <p:spPr>
          <a:xfrm>
            <a:off x="3186112" y="1526294"/>
            <a:ext cx="403835" cy="403835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562451CD-10FD-AFB8-DAED-585309B5C986}"/>
              </a:ext>
            </a:extLst>
          </p:cNvPr>
          <p:cNvSpPr/>
          <p:nvPr/>
        </p:nvSpPr>
        <p:spPr>
          <a:xfrm>
            <a:off x="3127773" y="2626569"/>
            <a:ext cx="403835" cy="403835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3ADC2B4F-5428-C2F1-57FF-E13AE9DF17A5}"/>
              </a:ext>
            </a:extLst>
          </p:cNvPr>
          <p:cNvSpPr/>
          <p:nvPr/>
        </p:nvSpPr>
        <p:spPr>
          <a:xfrm>
            <a:off x="3127773" y="3787726"/>
            <a:ext cx="403835" cy="403835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1" name="Graphic 170" descr="Alterations &amp; Tailoring with solid fill">
            <a:extLst>
              <a:ext uri="{FF2B5EF4-FFF2-40B4-BE49-F238E27FC236}">
                <a16:creationId xmlns:a16="http://schemas.microsoft.com/office/drawing/2014/main" id="{C891F7A7-3A40-F992-1A99-1E07B3E767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345178" y="814205"/>
            <a:ext cx="457200" cy="457200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951BF4F5-B021-1C48-CE8E-79A10C358CD9}"/>
              </a:ext>
            </a:extLst>
          </p:cNvPr>
          <p:cNvSpPr txBox="1"/>
          <p:nvPr/>
        </p:nvSpPr>
        <p:spPr>
          <a:xfrm>
            <a:off x="3553711" y="1562473"/>
            <a:ext cx="185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User One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B36A0E9-5F2D-1CC0-25C8-817D09A0CF30}"/>
              </a:ext>
            </a:extLst>
          </p:cNvPr>
          <p:cNvSpPr txBox="1"/>
          <p:nvPr/>
        </p:nvSpPr>
        <p:spPr>
          <a:xfrm>
            <a:off x="3531608" y="2650584"/>
            <a:ext cx="185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User Two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09B986A-7723-E390-6864-EC8B600AD09A}"/>
              </a:ext>
            </a:extLst>
          </p:cNvPr>
          <p:cNvSpPr txBox="1"/>
          <p:nvPr/>
        </p:nvSpPr>
        <p:spPr>
          <a:xfrm>
            <a:off x="3551457" y="3813000"/>
            <a:ext cx="185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User Three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F4555E1-01D0-F833-C1A1-E972B2726738}"/>
              </a:ext>
            </a:extLst>
          </p:cNvPr>
          <p:cNvSpPr txBox="1"/>
          <p:nvPr/>
        </p:nvSpPr>
        <p:spPr>
          <a:xfrm>
            <a:off x="3089359" y="1955106"/>
            <a:ext cx="858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Hey everyone!                10:00 AM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2B356D0-1FA8-52F7-9CFE-514A8E3CD456}"/>
              </a:ext>
            </a:extLst>
          </p:cNvPr>
          <p:cNvSpPr txBox="1"/>
          <p:nvPr/>
        </p:nvSpPr>
        <p:spPr>
          <a:xfrm>
            <a:off x="3069607" y="2273928"/>
            <a:ext cx="858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How’s it going?          10:06 AM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95A8307-EC86-2C56-A518-7C10674F43D8}"/>
              </a:ext>
            </a:extLst>
          </p:cNvPr>
          <p:cNvSpPr txBox="1"/>
          <p:nvPr/>
        </p:nvSpPr>
        <p:spPr>
          <a:xfrm>
            <a:off x="3035422" y="3080404"/>
            <a:ext cx="858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Pretty Good! Just finished a project. Was a fun little text adventure that I was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Coding up.          10:08 AM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D34DA51-2EB8-5226-A4F3-F8D89E2CBDAB}"/>
              </a:ext>
            </a:extLst>
          </p:cNvPr>
          <p:cNvSpPr txBox="1"/>
          <p:nvPr/>
        </p:nvSpPr>
        <p:spPr>
          <a:xfrm>
            <a:off x="3052748" y="4220069"/>
            <a:ext cx="858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Oh! I’m working on something very similar.          10:09 AM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345CF47-49D5-265D-D137-AD551D3601AD}"/>
              </a:ext>
            </a:extLst>
          </p:cNvPr>
          <p:cNvSpPr txBox="1"/>
          <p:nvPr/>
        </p:nvSpPr>
        <p:spPr>
          <a:xfrm>
            <a:off x="3035422" y="4534239"/>
            <a:ext cx="858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Though for me, I turned the terminal into the UI.          10:09 AM</a:t>
            </a:r>
          </a:p>
        </p:txBody>
      </p:sp>
    </p:spTree>
    <p:extLst>
      <p:ext uri="{BB962C8B-B14F-4D97-AF65-F5344CB8AC3E}">
        <p14:creationId xmlns:p14="http://schemas.microsoft.com/office/powerpoint/2010/main" val="1360470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966E9-16F3-F25D-D68F-F41FEB63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8819BB-11DE-6B52-8BA3-0D4EF7284F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A33690-4171-6D51-1D37-1FCBED0F045D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0B78AE0-D0D5-8680-A567-0B39EE61D3D7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4BB682-B557-1AB6-E477-8471122568E0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0FC7E21-1822-2EEB-F46C-2DB11942AFBE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E736234-3326-76AB-43BA-93038D82ED66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C201C164-F84E-9AF6-7952-3ED1D0F869D1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425841B-BB20-BF8F-2513-AB10C9FB4010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0A43F6-4136-94A9-0BDB-191EA22774B3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9D3A6C4-632F-8569-71F4-413CFC2BBB97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A71098-EAA7-4AB0-B822-24020F060251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FCE138EE-7A27-3B15-FB0C-257921542D91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46740C8-05A5-5BE8-4301-CDB0B74DEFE6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568351E-ED09-CA75-4DF8-F0AC7DFD1F48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B3DE98F-C1FB-5FD3-9DB9-187A6C4B650A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D770D9-76D1-39A6-5C24-1DB646806CF4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22402DA-5FC1-898C-87A2-806501C30CDE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7A4EFFA-8DC5-556C-7947-9944232EDB15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A84AEAB-4341-BE4D-66DC-EF0E3D3735E9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CAADBD3-1DA2-4466-0B8E-4A0B86687531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352E30D5-F876-5925-CD0E-6C9E3C218E5B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F2532741-E892-58C8-464F-CDD13B8F2766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5064E44A-BBEF-AB18-B6B0-74DBB075A560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5767BD-F00B-6940-76F7-970E6F5667AF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1DF8613-C676-901F-18A6-3CC1F9B64504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72E6E3D6-2D28-0B25-F1BD-91F4DFFA3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D2D6F2BC-ECC3-4FB8-2937-F315D9C08FF9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81FB1192-46EE-6044-4280-F048FC7FF5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7C94207D-3BE8-56C5-25D4-EF46C14F6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514E7DE6-041A-1A13-5BED-8A6D947DDA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7A7432CF-5714-ECFB-B76E-5D944D4A4796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 descr="Badge Follow with solid fill">
            <a:extLst>
              <a:ext uri="{FF2B5EF4-FFF2-40B4-BE49-F238E27FC236}">
                <a16:creationId xmlns:a16="http://schemas.microsoft.com/office/drawing/2014/main" id="{C41BF950-F483-D866-15CA-E705659567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9332" y="30054"/>
            <a:ext cx="639723" cy="6397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A8CD67-2AC9-178B-5F07-9D408A0A4E61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9EBD12-AE8A-1039-FA0E-D7BE145296D9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600127-3E44-1E21-7194-0677A21D2DE3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2F2FD97-D865-64EC-3DD3-1FAC8D19AECE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DF04-6505-3FC0-929A-1CA1E6048EE2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CA21D6-2BB2-7F44-7F0D-0D464998740F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A40F9B3-2EAE-5D16-7497-7E794156ECDC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DC2714A-AD1B-92EB-872F-2B8BC389C3F7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A638A3C-BD8F-4C7B-F9F6-0ED950510130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1DE210F-6317-1B4E-7413-D1FD0784EEE8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13641FF7-90DD-9FBF-A9EA-26D51C590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174AF12A-3A07-F309-968E-9E777C505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5CA8B166-C43B-17D6-7938-8CA042C56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5764EBE4-D881-EC1F-F48F-1ED23B88B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84EEFF06-DC33-E4EB-9670-C583E9B40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DB0A771-18C4-7BC6-5107-D8F2CE95F00B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70B1041-6942-5617-7CA0-3E90DE339A7B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154A93F7-C8CC-8FED-8080-B41C752E3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5A0B60E8-21CA-FF93-7E95-2F3BDC03D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837E6922-B092-99E3-A853-471CCB3D5D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773D37FC-58B0-92B3-5CD1-6D65D3B7A5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B1F53CDA-D5CF-E218-250B-9EF8F7CE6A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90D08452-3023-7522-175A-6F83B5C597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B7EB78EF-3FE1-CE4E-41F0-6CB3B305B5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1A3B83C6-9350-4A6E-4122-5FD2D3D58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0D0DD29-A08A-9811-76E2-CE75FA700154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43BC5D1-41BF-D2C9-19D8-1E34E09D02ED}"/>
              </a:ext>
            </a:extLst>
          </p:cNvPr>
          <p:cNvSpPr txBox="1"/>
          <p:nvPr/>
        </p:nvSpPr>
        <p:spPr>
          <a:xfrm>
            <a:off x="2484600" y="716778"/>
            <a:ext cx="2524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67675A-B32B-CBD2-9BE6-C0EEDC8C8CCB}"/>
              </a:ext>
            </a:extLst>
          </p:cNvPr>
          <p:cNvSpPr txBox="1"/>
          <p:nvPr/>
        </p:nvSpPr>
        <p:spPr>
          <a:xfrm>
            <a:off x="2050949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This space is a voice space for speaking to other people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C557DFD-9C24-AEAC-084D-37E8C7D09DDB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473BD3EE-0E80-750A-283B-88850DBAA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8ADCFB9-6536-F23E-F7F3-C3E74FE28AC8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018833C8-409B-F3BC-7C87-92E64C92F7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5F2B0C83-772D-848A-3BA9-B897345117EC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4784137-B3CD-AF12-B222-01552FC41D4C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E399A710-E66B-0D05-8602-BC8A35A5EE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5E6D3AEE-6428-BB53-7A07-8D6A57345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18FC89D5-F329-E7DB-476E-6F73ED5E3199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9822D45E-AB1C-557C-00FF-D36DF03301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75C0D64-8176-80C0-AF8E-6E3E60D52550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7CB3560E-8E5D-E982-3300-C7E7BFD98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38C391FD-BADD-C14A-B7FD-1663F7D5FC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5E5619B4-A9FA-6251-79B2-81493379C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81821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E33D34C-6AEC-CCFE-3FBE-FE31889CA84C}"/>
              </a:ext>
            </a:extLst>
          </p:cNvPr>
          <p:cNvCxnSpPr>
            <a:cxnSpLocks/>
          </p:cNvCxnSpPr>
          <p:nvPr/>
        </p:nvCxnSpPr>
        <p:spPr>
          <a:xfrm flipV="1">
            <a:off x="11457598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A65C63F-45DE-FBFA-48AB-B33689A666C7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323B421-8076-8071-4697-689D3B9BB5FD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022DEE2-0065-C595-5F71-987B2F4CB966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6936BBC7-6D4F-0467-83B0-8C2E77C7F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13D01F32-8DEB-CD1D-4523-BADE8E4A79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556D10-5D2D-945C-C33E-35A9238B2A1F}"/>
              </a:ext>
            </a:extLst>
          </p:cNvPr>
          <p:cNvSpPr/>
          <p:nvPr/>
        </p:nvSpPr>
        <p:spPr>
          <a:xfrm>
            <a:off x="3433213" y="1662273"/>
            <a:ext cx="2074359" cy="20743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User One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E937C91-0C97-5558-011D-5B879BFFE02E}"/>
              </a:ext>
            </a:extLst>
          </p:cNvPr>
          <p:cNvSpPr/>
          <p:nvPr/>
        </p:nvSpPr>
        <p:spPr>
          <a:xfrm>
            <a:off x="3812548" y="2324650"/>
            <a:ext cx="1352129" cy="1352129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4" name="Graphic 53" descr="Volume outline">
            <a:extLst>
              <a:ext uri="{FF2B5EF4-FFF2-40B4-BE49-F238E27FC236}">
                <a16:creationId xmlns:a16="http://schemas.microsoft.com/office/drawing/2014/main" id="{37C32AF4-8D63-83AB-C234-B1141E70D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28969" y="1718296"/>
            <a:ext cx="366361" cy="366361"/>
          </a:xfrm>
          <a:prstGeom prst="rect">
            <a:avLst/>
          </a:prstGeom>
        </p:spPr>
      </p:pic>
      <p:pic>
        <p:nvPicPr>
          <p:cNvPr id="56" name="Graphic 55" descr="Wi-Fi with solid fill">
            <a:extLst>
              <a:ext uri="{FF2B5EF4-FFF2-40B4-BE49-F238E27FC236}">
                <a16:creationId xmlns:a16="http://schemas.microsoft.com/office/drawing/2014/main" id="{3C790C93-E7D6-D53B-2B61-9A17AA0576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92879" y="1650922"/>
            <a:ext cx="633370" cy="63337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AA8FD46-E9BF-1F80-C034-3608A8A387F5}"/>
              </a:ext>
            </a:extLst>
          </p:cNvPr>
          <p:cNvSpPr/>
          <p:nvPr/>
        </p:nvSpPr>
        <p:spPr>
          <a:xfrm>
            <a:off x="6552882" y="1625875"/>
            <a:ext cx="2074359" cy="20743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User Two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2DEFB56-9CD2-3430-12B1-A4BB452CD18E}"/>
              </a:ext>
            </a:extLst>
          </p:cNvPr>
          <p:cNvSpPr/>
          <p:nvPr/>
        </p:nvSpPr>
        <p:spPr>
          <a:xfrm>
            <a:off x="6932217" y="2288252"/>
            <a:ext cx="1352129" cy="1352129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0" name="Graphic 59" descr="Wi-Fi with solid fill">
            <a:extLst>
              <a:ext uri="{FF2B5EF4-FFF2-40B4-BE49-F238E27FC236}">
                <a16:creationId xmlns:a16="http://schemas.microsoft.com/office/drawing/2014/main" id="{4799CF14-24F6-CC56-BCB5-A115984BD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12548" y="1614524"/>
            <a:ext cx="633370" cy="633370"/>
          </a:xfrm>
          <a:prstGeom prst="rect">
            <a:avLst/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851A7F5-B5B8-A743-79C9-A3B9DE4706AF}"/>
              </a:ext>
            </a:extLst>
          </p:cNvPr>
          <p:cNvSpPr/>
          <p:nvPr/>
        </p:nvSpPr>
        <p:spPr>
          <a:xfrm>
            <a:off x="9526570" y="1656583"/>
            <a:ext cx="2074359" cy="20743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User Three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04CB781-1035-18F2-A418-7E683CB5F587}"/>
              </a:ext>
            </a:extLst>
          </p:cNvPr>
          <p:cNvSpPr/>
          <p:nvPr/>
        </p:nvSpPr>
        <p:spPr>
          <a:xfrm>
            <a:off x="9905905" y="2318960"/>
            <a:ext cx="1352129" cy="1352129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3" name="Graphic 62" descr="Wi-Fi with solid fill">
            <a:extLst>
              <a:ext uri="{FF2B5EF4-FFF2-40B4-BE49-F238E27FC236}">
                <a16:creationId xmlns:a16="http://schemas.microsoft.com/office/drawing/2014/main" id="{2BD3DD58-AC33-F4BB-5157-C76787FAF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86236" y="1645232"/>
            <a:ext cx="633370" cy="633370"/>
          </a:xfrm>
          <a:prstGeom prst="rect">
            <a:avLst/>
          </a:prstGeom>
        </p:spPr>
      </p:pic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0C789D2-E0E9-287B-4213-D4A5D65E0661}"/>
              </a:ext>
            </a:extLst>
          </p:cNvPr>
          <p:cNvSpPr/>
          <p:nvPr/>
        </p:nvSpPr>
        <p:spPr>
          <a:xfrm>
            <a:off x="9544047" y="4249904"/>
            <a:ext cx="2074359" cy="20743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User Six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37F4776-77E9-FFA3-6ACE-1E8BD16F9250}"/>
              </a:ext>
            </a:extLst>
          </p:cNvPr>
          <p:cNvSpPr/>
          <p:nvPr/>
        </p:nvSpPr>
        <p:spPr>
          <a:xfrm>
            <a:off x="9923382" y="4912281"/>
            <a:ext cx="1352129" cy="1352129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6" name="Graphic 65" descr="Wi-Fi with solid fill">
            <a:extLst>
              <a:ext uri="{FF2B5EF4-FFF2-40B4-BE49-F238E27FC236}">
                <a16:creationId xmlns:a16="http://schemas.microsoft.com/office/drawing/2014/main" id="{C28200ED-30A2-7119-DD63-0E78AEA86B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03713" y="4238553"/>
            <a:ext cx="633370" cy="633370"/>
          </a:xfrm>
          <a:prstGeom prst="rect">
            <a:avLst/>
          </a:prstGeom>
        </p:spPr>
      </p:pic>
      <p:pic>
        <p:nvPicPr>
          <p:cNvPr id="50" name="Graphic 49" descr="Mute speaker with solid fill">
            <a:extLst>
              <a:ext uri="{FF2B5EF4-FFF2-40B4-BE49-F238E27FC236}">
                <a16:creationId xmlns:a16="http://schemas.microsoft.com/office/drawing/2014/main" id="{2406B1A2-9BCA-6593-5084-DDFCFAF6F0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48682" y="1750729"/>
            <a:ext cx="379963" cy="379963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2E314E8-DE5A-31DC-65D0-001662E1A72D}"/>
              </a:ext>
            </a:extLst>
          </p:cNvPr>
          <p:cNvSpPr/>
          <p:nvPr/>
        </p:nvSpPr>
        <p:spPr>
          <a:xfrm>
            <a:off x="6483069" y="4332184"/>
            <a:ext cx="2074359" cy="20743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User Five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4AEE14A-7128-939A-24AF-84ABED39DD3D}"/>
              </a:ext>
            </a:extLst>
          </p:cNvPr>
          <p:cNvSpPr/>
          <p:nvPr/>
        </p:nvSpPr>
        <p:spPr>
          <a:xfrm>
            <a:off x="6862404" y="4994561"/>
            <a:ext cx="1352129" cy="1352129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1" name="Graphic 70" descr="Wi-Fi with solid fill">
            <a:extLst>
              <a:ext uri="{FF2B5EF4-FFF2-40B4-BE49-F238E27FC236}">
                <a16:creationId xmlns:a16="http://schemas.microsoft.com/office/drawing/2014/main" id="{4B27B1CB-99C3-1A36-1242-20B95EABB8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42735" y="4320833"/>
            <a:ext cx="633370" cy="633370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D61B1F48-8D63-127B-C115-852F33BF86D6}"/>
              </a:ext>
            </a:extLst>
          </p:cNvPr>
          <p:cNvSpPr/>
          <p:nvPr/>
        </p:nvSpPr>
        <p:spPr>
          <a:xfrm>
            <a:off x="3429690" y="4349189"/>
            <a:ext cx="2074359" cy="20743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User Four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8B7EC9E-2342-8EB2-CC5C-E9C0B28406E1}"/>
              </a:ext>
            </a:extLst>
          </p:cNvPr>
          <p:cNvSpPr/>
          <p:nvPr/>
        </p:nvSpPr>
        <p:spPr>
          <a:xfrm>
            <a:off x="3809025" y="5011566"/>
            <a:ext cx="1352129" cy="1352129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2" name="Graphic 51" descr="Deaf with solid fill">
            <a:extLst>
              <a:ext uri="{FF2B5EF4-FFF2-40B4-BE49-F238E27FC236}">
                <a16:creationId xmlns:a16="http://schemas.microsoft.com/office/drawing/2014/main" id="{EBE29DB0-7CCC-44FF-D2F6-1B05A40F7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17611" y="4477291"/>
            <a:ext cx="367704" cy="367704"/>
          </a:xfrm>
          <a:prstGeom prst="rect">
            <a:avLst/>
          </a:prstGeom>
        </p:spPr>
      </p:pic>
      <p:pic>
        <p:nvPicPr>
          <p:cNvPr id="82" name="Graphic 81" descr="Wi-Fi with solid fill">
            <a:extLst>
              <a:ext uri="{FF2B5EF4-FFF2-40B4-BE49-F238E27FC236}">
                <a16:creationId xmlns:a16="http://schemas.microsoft.com/office/drawing/2014/main" id="{96FFB552-CDF3-FEE0-563A-A5A6C1C79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89356" y="4337838"/>
            <a:ext cx="633370" cy="633370"/>
          </a:xfrm>
          <a:prstGeom prst="rect">
            <a:avLst/>
          </a:prstGeom>
        </p:spPr>
      </p:pic>
      <p:pic>
        <p:nvPicPr>
          <p:cNvPr id="85" name="Graphic 84" descr="Mute speaker with solid fill">
            <a:extLst>
              <a:ext uri="{FF2B5EF4-FFF2-40B4-BE49-F238E27FC236}">
                <a16:creationId xmlns:a16="http://schemas.microsoft.com/office/drawing/2014/main" id="{4ADDFFAC-53D0-3267-46C0-105C019769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707912" y="4386975"/>
            <a:ext cx="379963" cy="379963"/>
          </a:xfrm>
          <a:prstGeom prst="rect">
            <a:avLst/>
          </a:prstGeom>
        </p:spPr>
      </p:pic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45BCC292-E06B-F418-D460-5466A953A8A6}"/>
              </a:ext>
            </a:extLst>
          </p:cNvPr>
          <p:cNvSpPr/>
          <p:nvPr/>
        </p:nvSpPr>
        <p:spPr>
          <a:xfrm>
            <a:off x="5304367" y="6141222"/>
            <a:ext cx="3983566" cy="452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" name="Graphic 101" descr="Raised hand with solid fill">
            <a:extLst>
              <a:ext uri="{FF2B5EF4-FFF2-40B4-BE49-F238E27FC236}">
                <a16:creationId xmlns:a16="http://schemas.microsoft.com/office/drawing/2014/main" id="{D43FF277-C2F5-1625-61B2-2384C2131C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59032" y="6189294"/>
            <a:ext cx="366247" cy="366247"/>
          </a:xfrm>
          <a:prstGeom prst="rect">
            <a:avLst/>
          </a:prstGeom>
        </p:spPr>
      </p:pic>
      <p:pic>
        <p:nvPicPr>
          <p:cNvPr id="104" name="Graphic 103" descr="Monitor outline">
            <a:extLst>
              <a:ext uri="{FF2B5EF4-FFF2-40B4-BE49-F238E27FC236}">
                <a16:creationId xmlns:a16="http://schemas.microsoft.com/office/drawing/2014/main" id="{98648D8C-A8A3-2350-0611-4806F4FA0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183168" y="6149390"/>
            <a:ext cx="423916" cy="423916"/>
          </a:xfrm>
          <a:prstGeom prst="rect">
            <a:avLst/>
          </a:prstGeom>
        </p:spPr>
      </p:pic>
      <p:pic>
        <p:nvPicPr>
          <p:cNvPr id="106" name="Graphic 105" descr="Camera with solid fill">
            <a:extLst>
              <a:ext uri="{FF2B5EF4-FFF2-40B4-BE49-F238E27FC236}">
                <a16:creationId xmlns:a16="http://schemas.microsoft.com/office/drawing/2014/main" id="{C5A96720-EB3F-88F2-769C-3BB47B9790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11605" y="6133432"/>
            <a:ext cx="471089" cy="471089"/>
          </a:xfrm>
          <a:prstGeom prst="rect">
            <a:avLst/>
          </a:prstGeom>
        </p:spPr>
      </p:pic>
      <p:pic>
        <p:nvPicPr>
          <p:cNvPr id="108" name="Graphic 107" descr="Volume with solid fill">
            <a:extLst>
              <a:ext uri="{FF2B5EF4-FFF2-40B4-BE49-F238E27FC236}">
                <a16:creationId xmlns:a16="http://schemas.microsoft.com/office/drawing/2014/main" id="{EB207353-0FEC-ECE1-1A83-1D0FB6663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51960" y="6195698"/>
            <a:ext cx="361391" cy="361391"/>
          </a:xfrm>
          <a:prstGeom prst="rect">
            <a:avLst/>
          </a:prstGeom>
        </p:spPr>
      </p:pic>
      <p:pic>
        <p:nvPicPr>
          <p:cNvPr id="115" name="Graphic 114" descr="Receiver with solid fill">
            <a:extLst>
              <a:ext uri="{FF2B5EF4-FFF2-40B4-BE49-F238E27FC236}">
                <a16:creationId xmlns:a16="http://schemas.microsoft.com/office/drawing/2014/main" id="{A4658492-4770-B887-76BB-48986F656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741522" y="6196780"/>
            <a:ext cx="332816" cy="332816"/>
          </a:xfrm>
          <a:prstGeom prst="rect">
            <a:avLst/>
          </a:prstGeom>
        </p:spPr>
      </p:pic>
      <p:pic>
        <p:nvPicPr>
          <p:cNvPr id="122" name="Graphic 121" descr="Deaf with solid fill">
            <a:extLst>
              <a:ext uri="{FF2B5EF4-FFF2-40B4-BE49-F238E27FC236}">
                <a16:creationId xmlns:a16="http://schemas.microsoft.com/office/drawing/2014/main" id="{B76B0630-C068-CC7F-AE1E-2894FDABA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642713" y="6201224"/>
            <a:ext cx="338319" cy="338319"/>
          </a:xfrm>
          <a:prstGeom prst="rect">
            <a:avLst/>
          </a:prstGeom>
        </p:spPr>
      </p:pic>
      <p:pic>
        <p:nvPicPr>
          <p:cNvPr id="126" name="Graphic 125" descr="Caret Up with solid fill">
            <a:extLst>
              <a:ext uri="{FF2B5EF4-FFF2-40B4-BE49-F238E27FC236}">
                <a16:creationId xmlns:a16="http://schemas.microsoft.com/office/drawing/2014/main" id="{D741DAC9-B99C-DB48-EBCA-C4A9E32E5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45361" y="6121213"/>
            <a:ext cx="171595" cy="171595"/>
          </a:xfrm>
          <a:prstGeom prst="rect">
            <a:avLst/>
          </a:prstGeom>
        </p:spPr>
      </p:pic>
      <p:pic>
        <p:nvPicPr>
          <p:cNvPr id="131" name="Graphic 130" descr="Radio microphone with solid fill">
            <a:extLst>
              <a:ext uri="{FF2B5EF4-FFF2-40B4-BE49-F238E27FC236}">
                <a16:creationId xmlns:a16="http://schemas.microsoft.com/office/drawing/2014/main" id="{78DB892B-A33C-573A-3A20-FDD0726ED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6389" y="6189582"/>
            <a:ext cx="370327" cy="370327"/>
          </a:xfrm>
          <a:prstGeom prst="rect">
            <a:avLst/>
          </a:prstGeom>
        </p:spPr>
      </p:pic>
      <p:pic>
        <p:nvPicPr>
          <p:cNvPr id="133" name="Graphic 132" descr="Caret Up with solid fill">
            <a:extLst>
              <a:ext uri="{FF2B5EF4-FFF2-40B4-BE49-F238E27FC236}">
                <a16:creationId xmlns:a16="http://schemas.microsoft.com/office/drawing/2014/main" id="{ADF191BE-4476-C11B-99C2-4E7A507A42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799262" y="6136453"/>
            <a:ext cx="171595" cy="17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2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3C4B-0C2D-546B-4B74-FB02ABD7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D18CD3-5917-7339-79C9-61ECE06174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C84F03-5E21-441B-BF32-7F85A688DFF4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87D8AD-C5AD-7691-61FA-FEA937641BDA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6DA317D-CF4F-4F0E-638E-5D0A8B8B4DBF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3D92AB4-779D-F8A8-5ECE-0DBA7DBD5FA5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B37CB0-3111-64E1-CD21-4609406B465B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83A536F5-F393-F3C6-A159-6CF9B115F9CF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349437-EBD7-269C-340A-CA1619C66B29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14BE1F-25B2-0390-B445-6270E3A3562A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FF3E157-CBA8-84E9-C9D9-CCC0EEA55743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6129199-82C2-2F0E-8ED6-2F19AE878A07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4466132F-39E0-1FFD-74E9-50DDD25AE11D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62B1888-F7C6-DFA3-1F0F-118C870B3F51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37811A0-5F0C-643C-39B3-A5C04A0B78DE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36E96BF-6D5E-BB08-F5B4-D1114EAFBAC4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84E1FDE-DD56-D5AB-9171-B3C999C07F6F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DF697BC-0352-CD28-2871-671F7F45CC58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A12EE69-F83B-4A64-CFD9-A2FC504AA0E3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7D5E956-F863-7EFF-06FE-550B835A64B3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9440CF6-F6E6-F6E7-0343-840C94343C65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C345826E-C282-B600-0E3E-1B2FF015116F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EC348755-7F4E-F072-94E8-2250A97E6027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D09FA8D7-577A-9FF1-B19D-EBA59EE455DB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E73AEF5-704C-9B0A-7717-F9B6F61D6CAE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C702933-1DD5-8EF3-F662-289E021011AC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89483E91-50EE-879A-A445-15823A89EE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9CA98C54-D32F-6B27-2287-B832B1BDD65C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433A19A6-1C06-802C-744A-B7A03E5D6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77328402-0C6F-BED0-DB82-1DBF66DFD9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EDE4C2DF-880B-5D35-CBC0-7DEC1623D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72020B60-C3EA-0ECD-4EFC-D7A0769B2A07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 descr="Badge Follow with solid fill">
            <a:extLst>
              <a:ext uri="{FF2B5EF4-FFF2-40B4-BE49-F238E27FC236}">
                <a16:creationId xmlns:a16="http://schemas.microsoft.com/office/drawing/2014/main" id="{3F881981-B2CC-A318-70F6-D74B0A6CA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9332" y="30054"/>
            <a:ext cx="639723" cy="6397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E1755F-6933-6F1E-D470-A882EDB02A02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E207AD-F6A5-249B-CF5C-526D5BBCE8AC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7ECF9F-ED12-B1C3-9939-710976A6C5DB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12B469-DCE3-B879-18EE-B38337AFFC73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B5EB4-5455-C600-22D4-497B619DFB07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68DB84-365E-2363-AA34-3D31B45884E4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FD835D8-7E10-7E13-F8C5-86D99DA4195D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69DF20-5DE0-D2E6-DBFA-E8DBD2207DAC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D768C1E-27DB-D5EF-32FD-6381297ACBC5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7732EB6-B5C1-6C19-2768-8E384755CFEC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92AF8A5D-D43E-B2C2-00A2-418842C4D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43FD3BE0-48C1-E1A1-7E6C-F85E2303E9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DFE8FC0A-9F1C-AD0B-BCAC-256C46F4ED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A48B4B32-9EF2-BAB1-A2D9-9A70042AA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138ADE1B-F51C-D9CC-6DC7-F300DBE37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10AF557-118E-58B8-DCF9-DCB1012E3B76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5F31AED-9B47-9523-5DFC-C25EF43C37AF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9843830B-2078-A1FD-256E-5997AF64B9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1E1B4754-2CB0-1A91-5E65-9A47806CC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216E915B-7412-60DF-3814-81550E7E3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BB44DC5F-F03A-BC61-91FC-44B58F23F8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B4E19EB2-BFEE-1FA2-F20B-6025DA2E67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A5CCA0AB-4493-6853-BB6E-D80587E83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DF47177B-CE66-944B-E4CB-16B3D0384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445B2A2B-5A3D-25A3-9A7D-533584138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CB6031E-8748-5037-7396-E89F1E61A1FA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EA22A81-C537-0FCB-5934-E9AC564122B6}"/>
              </a:ext>
            </a:extLst>
          </p:cNvPr>
          <p:cNvSpPr txBox="1"/>
          <p:nvPr/>
        </p:nvSpPr>
        <p:spPr>
          <a:xfrm>
            <a:off x="2811858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BBFEFC3-7B92-3130-12DF-FB0917C21B93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This space is used for presenting a gallery of photos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50799B7-B102-1F40-6A60-77EB3F701D1C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EE8DEEC8-A703-C129-4449-9F7DF3C1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806B531-B6EF-44BA-ACC1-583DD129B509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6059B1CC-AA0E-5693-C59B-50D533CB8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D1912E1E-2FA2-4CC1-06A6-51CF5AF138EA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1E4D8F8-6F84-58B3-68D0-1C06407256B6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CB4C47E7-9F46-8A72-DD74-A80BBAF233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6E5A1609-3FEE-C22D-A199-C26DCF58B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7D4D1ED1-AEBC-F4C6-508D-59E8B1DFD87D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1B9379F2-6697-B4EC-5ECF-5CC2098376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A388270-63B5-2C60-03FF-B809DC8D6580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8E31FC1C-878D-788F-2B0F-E0BC9C19E2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B07E3E87-83B1-2346-46A0-8660619F8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5" name="Graphic 124" descr="Pin with solid fill">
            <a:extLst>
              <a:ext uri="{FF2B5EF4-FFF2-40B4-BE49-F238E27FC236}">
                <a16:creationId xmlns:a16="http://schemas.microsoft.com/office/drawing/2014/main" id="{A309FDCD-C311-93E2-3E24-79B3860E5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93873" y="868849"/>
            <a:ext cx="313151" cy="313151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2D24576B-DF31-7554-8B26-D3B8954690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A0938B1E-7B30-71AA-7E52-FCD80734FA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AADC071-6492-8E86-522B-181746E52919}"/>
              </a:ext>
            </a:extLst>
          </p:cNvPr>
          <p:cNvCxnSpPr>
            <a:cxnSpLocks/>
          </p:cNvCxnSpPr>
          <p:nvPr/>
        </p:nvCxnSpPr>
        <p:spPr>
          <a:xfrm flipV="1">
            <a:off x="10331441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59CA336-92F1-35FF-2D39-5692472D3F0B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9760F7B-3400-9C20-0C81-7A38512705D0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ADAA235-6158-45A3-1A6B-BF57922C7D95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5209001A-0B4F-5255-D3AE-99A0F89C15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2A556B47-CDDD-6AC6-15FF-4B91196855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71" name="Graphic 170" descr="Alterations &amp; Tailoring with solid fill">
            <a:extLst>
              <a:ext uri="{FF2B5EF4-FFF2-40B4-BE49-F238E27FC236}">
                <a16:creationId xmlns:a16="http://schemas.microsoft.com/office/drawing/2014/main" id="{629456E3-E6BB-B81C-14B9-EE66D7B50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345178" y="814205"/>
            <a:ext cx="457200" cy="4572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9BD6BC-4FE0-840D-18A2-16989F9F75A7}"/>
              </a:ext>
            </a:extLst>
          </p:cNvPr>
          <p:cNvSpPr/>
          <p:nvPr/>
        </p:nvSpPr>
        <p:spPr>
          <a:xfrm>
            <a:off x="7465551" y="1593008"/>
            <a:ext cx="4287475" cy="356898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                                                            Filter</a:t>
            </a:r>
          </a:p>
        </p:txBody>
      </p:sp>
      <p:pic>
        <p:nvPicPr>
          <p:cNvPr id="11" name="Graphic 10" descr="Caret Down with solid fill">
            <a:extLst>
              <a:ext uri="{FF2B5EF4-FFF2-40B4-BE49-F238E27FC236}">
                <a16:creationId xmlns:a16="http://schemas.microsoft.com/office/drawing/2014/main" id="{4AA70FAB-5748-22DC-75E2-534492766B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10800000">
            <a:off x="11416171" y="1595037"/>
            <a:ext cx="315489" cy="31548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8C0A1E-60EF-A719-9357-D32353A91928}"/>
              </a:ext>
            </a:extLst>
          </p:cNvPr>
          <p:cNvSpPr/>
          <p:nvPr/>
        </p:nvSpPr>
        <p:spPr>
          <a:xfrm>
            <a:off x="3070459" y="2300438"/>
            <a:ext cx="1722922" cy="162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dirty="0"/>
              <a:t>[Limited text]</a:t>
            </a:r>
          </a:p>
        </p:txBody>
      </p:sp>
      <p:pic>
        <p:nvPicPr>
          <p:cNvPr id="15" name="Graphic 14" descr="Images with solid fill">
            <a:extLst>
              <a:ext uri="{FF2B5EF4-FFF2-40B4-BE49-F238E27FC236}">
                <a16:creationId xmlns:a16="http://schemas.microsoft.com/office/drawing/2014/main" id="{C95C84B5-1A99-C247-4054-ECF7F4343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33516" y="2333916"/>
            <a:ext cx="1177414" cy="1177414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D31EC51-BCC5-ED6D-21CE-2CBD4BABF752}"/>
              </a:ext>
            </a:extLst>
          </p:cNvPr>
          <p:cNvSpPr/>
          <p:nvPr/>
        </p:nvSpPr>
        <p:spPr>
          <a:xfrm>
            <a:off x="5094614" y="2279583"/>
            <a:ext cx="1722922" cy="162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dirty="0"/>
              <a:t>[Limited text]</a:t>
            </a:r>
          </a:p>
        </p:txBody>
      </p:sp>
      <p:pic>
        <p:nvPicPr>
          <p:cNvPr id="32" name="Graphic 31" descr="Images with solid fill">
            <a:extLst>
              <a:ext uri="{FF2B5EF4-FFF2-40B4-BE49-F238E27FC236}">
                <a16:creationId xmlns:a16="http://schemas.microsoft.com/office/drawing/2014/main" id="{80798946-88AF-85AE-482B-3403F474C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57671" y="2313061"/>
            <a:ext cx="1177414" cy="1177414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766BD22-EC3F-FD5B-5D89-4AB239A714EA}"/>
              </a:ext>
            </a:extLst>
          </p:cNvPr>
          <p:cNvSpPr/>
          <p:nvPr/>
        </p:nvSpPr>
        <p:spPr>
          <a:xfrm>
            <a:off x="7121621" y="2277979"/>
            <a:ext cx="1722922" cy="162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dirty="0"/>
              <a:t>[Limited text]</a:t>
            </a:r>
          </a:p>
        </p:txBody>
      </p:sp>
      <p:pic>
        <p:nvPicPr>
          <p:cNvPr id="58" name="Graphic 57" descr="Images with solid fill">
            <a:extLst>
              <a:ext uri="{FF2B5EF4-FFF2-40B4-BE49-F238E27FC236}">
                <a16:creationId xmlns:a16="http://schemas.microsoft.com/office/drawing/2014/main" id="{89EAD018-8958-7FF3-E782-09CB57616A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84678" y="2311457"/>
            <a:ext cx="1177414" cy="1177414"/>
          </a:xfrm>
          <a:prstGeom prst="rect">
            <a:avLst/>
          </a:prstGeom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E02271D-5FE0-5865-11FC-3CEECA08AEE1}"/>
              </a:ext>
            </a:extLst>
          </p:cNvPr>
          <p:cNvSpPr/>
          <p:nvPr/>
        </p:nvSpPr>
        <p:spPr>
          <a:xfrm>
            <a:off x="9070951" y="2321059"/>
            <a:ext cx="1722922" cy="162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dirty="0"/>
              <a:t>[Limited text]</a:t>
            </a:r>
          </a:p>
        </p:txBody>
      </p:sp>
      <p:pic>
        <p:nvPicPr>
          <p:cNvPr id="60" name="Graphic 59" descr="Images with solid fill">
            <a:extLst>
              <a:ext uri="{FF2B5EF4-FFF2-40B4-BE49-F238E27FC236}">
                <a16:creationId xmlns:a16="http://schemas.microsoft.com/office/drawing/2014/main" id="{461ECE53-1DCD-C299-A058-3D0B552FB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334008" y="2354537"/>
            <a:ext cx="1177414" cy="1177414"/>
          </a:xfrm>
          <a:prstGeom prst="rect">
            <a:avLst/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ACFE25A-5338-A044-553F-8AFE22C2C1A0}"/>
              </a:ext>
            </a:extLst>
          </p:cNvPr>
          <p:cNvSpPr/>
          <p:nvPr/>
        </p:nvSpPr>
        <p:spPr>
          <a:xfrm>
            <a:off x="3070459" y="4217440"/>
            <a:ext cx="1722922" cy="162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dirty="0"/>
              <a:t>[Limited text]</a:t>
            </a:r>
          </a:p>
        </p:txBody>
      </p:sp>
      <p:pic>
        <p:nvPicPr>
          <p:cNvPr id="62" name="Graphic 61" descr="Images with solid fill">
            <a:extLst>
              <a:ext uri="{FF2B5EF4-FFF2-40B4-BE49-F238E27FC236}">
                <a16:creationId xmlns:a16="http://schemas.microsoft.com/office/drawing/2014/main" id="{6548DA94-40AE-C61A-EA00-502AB0D17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33516" y="4250918"/>
            <a:ext cx="1177414" cy="1177414"/>
          </a:xfrm>
          <a:prstGeom prst="rect">
            <a:avLst/>
          </a:prstGeom>
        </p:spPr>
      </p:pic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AE8A07B-E841-1019-8879-C3A643B7256D}"/>
              </a:ext>
            </a:extLst>
          </p:cNvPr>
          <p:cNvSpPr/>
          <p:nvPr/>
        </p:nvSpPr>
        <p:spPr>
          <a:xfrm>
            <a:off x="5094614" y="4196585"/>
            <a:ext cx="1722922" cy="162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dirty="0"/>
              <a:t>[Limited text]</a:t>
            </a:r>
          </a:p>
        </p:txBody>
      </p:sp>
      <p:pic>
        <p:nvPicPr>
          <p:cNvPr id="64" name="Graphic 63" descr="Images with solid fill">
            <a:extLst>
              <a:ext uri="{FF2B5EF4-FFF2-40B4-BE49-F238E27FC236}">
                <a16:creationId xmlns:a16="http://schemas.microsoft.com/office/drawing/2014/main" id="{6AD7A1C4-4740-6145-4810-E00D4D107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57671" y="4230063"/>
            <a:ext cx="1177414" cy="1177414"/>
          </a:xfrm>
          <a:prstGeom prst="rect">
            <a:avLst/>
          </a:prstGeom>
        </p:spPr>
      </p:pic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2A81891-A52D-240C-165C-2EB994E819E3}"/>
              </a:ext>
            </a:extLst>
          </p:cNvPr>
          <p:cNvSpPr/>
          <p:nvPr/>
        </p:nvSpPr>
        <p:spPr>
          <a:xfrm>
            <a:off x="7121621" y="4194981"/>
            <a:ext cx="1722922" cy="162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dirty="0"/>
              <a:t>[Limited text]</a:t>
            </a:r>
          </a:p>
        </p:txBody>
      </p:sp>
      <p:pic>
        <p:nvPicPr>
          <p:cNvPr id="66" name="Graphic 65" descr="Images with solid fill">
            <a:extLst>
              <a:ext uri="{FF2B5EF4-FFF2-40B4-BE49-F238E27FC236}">
                <a16:creationId xmlns:a16="http://schemas.microsoft.com/office/drawing/2014/main" id="{0005BB79-63E0-B0B0-57DB-0A9B34388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84678" y="4228459"/>
            <a:ext cx="1177414" cy="1177414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18546E0-DD1D-E91F-3DC0-9BF8206AE9A4}"/>
              </a:ext>
            </a:extLst>
          </p:cNvPr>
          <p:cNvSpPr/>
          <p:nvPr/>
        </p:nvSpPr>
        <p:spPr>
          <a:xfrm>
            <a:off x="9070951" y="4238061"/>
            <a:ext cx="1722922" cy="162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dirty="0"/>
              <a:t>[Limited text]</a:t>
            </a:r>
          </a:p>
        </p:txBody>
      </p:sp>
      <p:pic>
        <p:nvPicPr>
          <p:cNvPr id="69" name="Graphic 68" descr="Images with solid fill">
            <a:extLst>
              <a:ext uri="{FF2B5EF4-FFF2-40B4-BE49-F238E27FC236}">
                <a16:creationId xmlns:a16="http://schemas.microsoft.com/office/drawing/2014/main" id="{5FC3D8ED-7903-BEEF-3850-CCA64FB64C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334008" y="4271539"/>
            <a:ext cx="1177414" cy="1177414"/>
          </a:xfrm>
          <a:prstGeom prst="rect">
            <a:avLst/>
          </a:prstGeom>
        </p:spPr>
      </p:pic>
      <p:pic>
        <p:nvPicPr>
          <p:cNvPr id="71" name="Graphic 70" descr="Badge Follow with solid fill">
            <a:extLst>
              <a:ext uri="{FF2B5EF4-FFF2-40B4-BE49-F238E27FC236}">
                <a16:creationId xmlns:a16="http://schemas.microsoft.com/office/drawing/2014/main" id="{60E68E63-86A7-BF05-4C24-7A152C2538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02390" y="1488546"/>
            <a:ext cx="639723" cy="63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22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88A0-192D-219C-60F6-A6AD934D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174405-7268-2DAF-9435-40C5D1144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8AF1C9-2639-BAA9-7A0A-F931C7C9EE78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29322CA-9188-183A-630D-789074DF0317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081447-D5BD-4A64-2A71-5FB61A106AC2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AD9FF46-56DD-7246-8F99-1BD4BEC452B8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71FB68-5D7C-38C9-FDDE-89605378951F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71672D13-5A69-EF25-32ED-3A87CB3F75D0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C1CEDA2-CF93-3F78-8C04-2995AAEB7EF0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464D0-5FD1-E1A9-CD80-2113B965E782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FC7577-7E57-4736-2678-762A8450E73A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513727E-2EDF-2310-8805-6D63252F32E9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D025203F-09FD-7484-5D6F-9ACC05C1686A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B278CCB-FA77-2196-72BB-952F5966610D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35FEA35-231F-A259-9200-4CED30FB4C72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6509464-8960-2BD0-740C-410CDCB91DF7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AE45A25-237D-6EF3-5D55-D88037AA0EEA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DCD37B0-231F-D51A-A16D-EAF6D7149406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197C4AF-CD45-3148-4E26-75333DD2018D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F2D18D7-CBFA-9884-99D1-AE17091093AE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F92FD94-BCB3-7E07-06FD-B21D2DB2CC91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BA7FDA6B-9E9A-32F4-0E86-1CE808F51393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A75A82CF-B214-92DC-C6D2-5AD1FB6FA31D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DCDCD5EA-D7F2-3C49-34CB-21EBE1D0FA04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10CB69-F480-3EB5-C3E0-E87AE95D835E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80263BD-E9CB-33B9-A2A2-210C7B37EA8F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5D38ECBF-0D4B-1CDD-EDEF-90D7DB82D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0655729F-6245-2EB2-992B-898B8964249C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C1ECEA6A-CF11-1F32-5445-F22B187331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D4EF1A35-846E-9EEF-3E75-C5660FBF84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CF110106-ACC2-E181-0DEB-C6A7797C5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6CB3A170-7974-101C-EC2B-E419C566473E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 descr="Badge Follow with solid fill">
            <a:extLst>
              <a:ext uri="{FF2B5EF4-FFF2-40B4-BE49-F238E27FC236}">
                <a16:creationId xmlns:a16="http://schemas.microsoft.com/office/drawing/2014/main" id="{912EDC5E-A1BD-5791-DF65-263C447084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9332" y="30054"/>
            <a:ext cx="639723" cy="6397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C9B883-5FA2-8212-5DEA-65F89376936D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BD3E3E-7467-F40A-3CEB-316C2A923718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86DBBA-138F-7BEA-6934-3DE866F0B426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E7E7942-8DC1-83B6-32CC-BADB42E1BE46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9BB09B-93CC-75A2-27C2-F56B28C3DC52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1FB848-D237-1BD3-627E-401A54785723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211DDEE-38FE-5664-F770-AEAF6E716749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E6EE74-2EB0-37B7-6C4B-A31A43A3304E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53D9538-3093-BA8A-0556-1C708B2E740D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3AEC1A-D848-84C9-094D-899E3FC023BC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1A2F9D70-2F04-2C03-D6D3-C7066751E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D21A045E-E93E-1041-F633-BB2D33DF1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A08AECC1-6E90-6C9F-E7FE-3AE947498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66AE6D0A-73FD-B82E-DB58-1B3FA25EC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A77C9FBA-7169-ED17-BEBC-CFAE7A990F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353BBCA-DF7D-2D78-C209-6AC5EF117153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B3C7BC-F0CE-0EAC-838A-93344E0BB88A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6221E561-155A-CE12-4C39-31ADA9B92C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488C09AC-1B30-48F6-FB5A-A40103231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D04A8E5C-460F-1C87-F592-3544F2823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8D2E8A9F-AA6A-7CF8-8C80-AEB64B1258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A7D5B426-5267-17F4-BD4D-D022ECA3E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11AE9526-0597-EAB6-66BD-E1EB11DEF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BE4B854C-C05A-451E-F389-6E6FBC5B1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9B41D0B5-6817-90A5-8165-D535B289B2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312CB8E-CD81-171B-998D-FC90D748B585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D8E5335-C48E-6492-0E74-F62CFC1A2F54}"/>
              </a:ext>
            </a:extLst>
          </p:cNvPr>
          <p:cNvSpPr txBox="1"/>
          <p:nvPr/>
        </p:nvSpPr>
        <p:spPr>
          <a:xfrm>
            <a:off x="2811858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48641C5-7DD8-D77E-A72B-C5C3782980C3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This space is used for presenting a gallery of photos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9B3229C-AA95-0FB9-9A21-36C826D2A5B0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CC65A9AB-D113-8346-0097-BBD4806D1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4EC4B39-4257-780E-BD0E-4D03BA3FC00A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301EE8FD-7EE9-ABAE-55B2-8FD7057DD2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E29C54A2-8F8F-B462-A1B7-C18E36492242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A32525F-228D-E834-7F95-695B4A97A867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2892CBC6-678A-EF55-AD06-66109B4D4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373BA16C-EF9C-3830-8A97-907E829BC6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B1C470AD-3523-BBCB-392C-A5DAA01B8024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5A859F08-47A3-7591-E806-885E4190D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4A0F5D9-8B12-4813-3C6B-5F1B241E500B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691C718D-533C-63A2-4690-2BBDB1E1F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0B324D5B-03E5-31B0-359B-21DB0615F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5" name="Graphic 124" descr="Pin with solid fill">
            <a:extLst>
              <a:ext uri="{FF2B5EF4-FFF2-40B4-BE49-F238E27FC236}">
                <a16:creationId xmlns:a16="http://schemas.microsoft.com/office/drawing/2014/main" id="{4834497A-46C3-DB4E-9993-64D92125B2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93873" y="868849"/>
            <a:ext cx="313151" cy="313151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84731D3D-8B68-CE33-F50B-D8B1962474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EFEC4190-BD0D-2ADB-49B2-DC7E8B6D4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0313AD2-72FC-F450-50A1-99DEB587402A}"/>
              </a:ext>
            </a:extLst>
          </p:cNvPr>
          <p:cNvCxnSpPr>
            <a:cxnSpLocks/>
          </p:cNvCxnSpPr>
          <p:nvPr/>
        </p:nvCxnSpPr>
        <p:spPr>
          <a:xfrm flipV="1">
            <a:off x="10331441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AF9F2C6-6B1C-C2E0-D5E9-EDFE1DF668DD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ACB0AD8-8BC6-DB61-A67B-B572278DC5BA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7FB7029-0D7F-B0FC-7578-1E67070F8F76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F56B94A7-E2A3-5876-5070-311226A27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AED135BA-1788-1FD7-238B-C8C49CB177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71" name="Graphic 170" descr="Alterations &amp; Tailoring with solid fill">
            <a:extLst>
              <a:ext uri="{FF2B5EF4-FFF2-40B4-BE49-F238E27FC236}">
                <a16:creationId xmlns:a16="http://schemas.microsoft.com/office/drawing/2014/main" id="{FE5AAF43-4152-92D0-EE64-15947C6A79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345178" y="814205"/>
            <a:ext cx="457200" cy="4572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274A5E-4C89-58EC-3909-B339DE2287AE}"/>
              </a:ext>
            </a:extLst>
          </p:cNvPr>
          <p:cNvSpPr/>
          <p:nvPr/>
        </p:nvSpPr>
        <p:spPr>
          <a:xfrm>
            <a:off x="3194424" y="1575798"/>
            <a:ext cx="8452143" cy="3741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Enter your title here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D939BD-83E2-9A9B-A3DC-CF60BB05AC2F}"/>
              </a:ext>
            </a:extLst>
          </p:cNvPr>
          <p:cNvSpPr txBox="1"/>
          <p:nvPr/>
        </p:nvSpPr>
        <p:spPr>
          <a:xfrm>
            <a:off x="3159154" y="1999228"/>
            <a:ext cx="1077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0/75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290940C-11C8-D724-B998-33571ADBB9B9}"/>
              </a:ext>
            </a:extLst>
          </p:cNvPr>
          <p:cNvSpPr/>
          <p:nvPr/>
        </p:nvSpPr>
        <p:spPr>
          <a:xfrm>
            <a:off x="3142832" y="2302942"/>
            <a:ext cx="5106019" cy="5351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www.image.webp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BB517DF-1F01-F011-C1DF-ED1565124F49}"/>
              </a:ext>
            </a:extLst>
          </p:cNvPr>
          <p:cNvSpPr/>
          <p:nvPr/>
        </p:nvSpPr>
        <p:spPr>
          <a:xfrm>
            <a:off x="8855293" y="2234443"/>
            <a:ext cx="2563323" cy="56840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Upload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2845EA0-14EA-B60D-B8E5-2B72AB5592D4}"/>
              </a:ext>
            </a:extLst>
          </p:cNvPr>
          <p:cNvSpPr/>
          <p:nvPr/>
        </p:nvSpPr>
        <p:spPr>
          <a:xfrm>
            <a:off x="3199523" y="3568789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72" name="Graphic 71" descr="Images with solid fill">
            <a:extLst>
              <a:ext uri="{FF2B5EF4-FFF2-40B4-BE49-F238E27FC236}">
                <a16:creationId xmlns:a16="http://schemas.microsoft.com/office/drawing/2014/main" id="{2C04656A-ADDC-1F97-6477-D5A6807499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62580" y="3602267"/>
            <a:ext cx="969461" cy="969461"/>
          </a:xfrm>
          <a:prstGeom prst="rect">
            <a:avLst/>
          </a:prstGeom>
        </p:spPr>
      </p:pic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5C84DA5-E2BE-5050-F8C0-8D8570CA5E6B}"/>
              </a:ext>
            </a:extLst>
          </p:cNvPr>
          <p:cNvSpPr/>
          <p:nvPr/>
        </p:nvSpPr>
        <p:spPr>
          <a:xfrm>
            <a:off x="4989578" y="3546085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76" name="Graphic 75" descr="Images with solid fill">
            <a:extLst>
              <a:ext uri="{FF2B5EF4-FFF2-40B4-BE49-F238E27FC236}">
                <a16:creationId xmlns:a16="http://schemas.microsoft.com/office/drawing/2014/main" id="{76385E9D-5111-8C8D-959E-8717F814F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52635" y="3579563"/>
            <a:ext cx="969461" cy="969461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C57752D-29F7-0E1E-DEC4-A1DA0E2CE47B}"/>
              </a:ext>
            </a:extLst>
          </p:cNvPr>
          <p:cNvSpPr/>
          <p:nvPr/>
        </p:nvSpPr>
        <p:spPr>
          <a:xfrm>
            <a:off x="6724477" y="3546085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81" name="Graphic 80" descr="Images with solid fill">
            <a:extLst>
              <a:ext uri="{FF2B5EF4-FFF2-40B4-BE49-F238E27FC236}">
                <a16:creationId xmlns:a16="http://schemas.microsoft.com/office/drawing/2014/main" id="{16C89EE5-580A-9C70-09E1-09F31D9D9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87534" y="3579563"/>
            <a:ext cx="969461" cy="969461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C34BC0F-B795-9712-3DB6-2693B272CF21}"/>
              </a:ext>
            </a:extLst>
          </p:cNvPr>
          <p:cNvSpPr/>
          <p:nvPr/>
        </p:nvSpPr>
        <p:spPr>
          <a:xfrm>
            <a:off x="8445795" y="3546085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85" name="Graphic 84" descr="Images with solid fill">
            <a:extLst>
              <a:ext uri="{FF2B5EF4-FFF2-40B4-BE49-F238E27FC236}">
                <a16:creationId xmlns:a16="http://schemas.microsoft.com/office/drawing/2014/main" id="{60DE6060-0C75-F04C-4365-A542512468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708852" y="3579563"/>
            <a:ext cx="969461" cy="969461"/>
          </a:xfrm>
          <a:prstGeom prst="rect">
            <a:avLst/>
          </a:prstGeom>
        </p:spPr>
      </p:pic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594AE3AB-DB88-E3C8-8C3A-939BB7C60317}"/>
              </a:ext>
            </a:extLst>
          </p:cNvPr>
          <p:cNvSpPr/>
          <p:nvPr/>
        </p:nvSpPr>
        <p:spPr>
          <a:xfrm>
            <a:off x="10216671" y="3546085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93" name="Graphic 92" descr="Images with solid fill">
            <a:extLst>
              <a:ext uri="{FF2B5EF4-FFF2-40B4-BE49-F238E27FC236}">
                <a16:creationId xmlns:a16="http://schemas.microsoft.com/office/drawing/2014/main" id="{551E5177-23CB-035C-1A58-64C861DCE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479728" y="3579563"/>
            <a:ext cx="969461" cy="969461"/>
          </a:xfrm>
          <a:prstGeom prst="rect">
            <a:avLst/>
          </a:prstGeom>
        </p:spPr>
      </p:pic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5D031B5E-B910-99A7-65E0-A63B8B848186}"/>
              </a:ext>
            </a:extLst>
          </p:cNvPr>
          <p:cNvSpPr/>
          <p:nvPr/>
        </p:nvSpPr>
        <p:spPr>
          <a:xfrm>
            <a:off x="3186515" y="5173393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100" name="Graphic 99" descr="Images with solid fill">
            <a:extLst>
              <a:ext uri="{FF2B5EF4-FFF2-40B4-BE49-F238E27FC236}">
                <a16:creationId xmlns:a16="http://schemas.microsoft.com/office/drawing/2014/main" id="{0C8E32E0-912B-1816-CA77-18E1FFC77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9572" y="5206871"/>
            <a:ext cx="969461" cy="969461"/>
          </a:xfrm>
          <a:prstGeom prst="rect">
            <a:avLst/>
          </a:prstGeom>
        </p:spPr>
      </p:pic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1555905D-E98F-5307-4703-87ADCFBD7925}"/>
              </a:ext>
            </a:extLst>
          </p:cNvPr>
          <p:cNvSpPr/>
          <p:nvPr/>
        </p:nvSpPr>
        <p:spPr>
          <a:xfrm>
            <a:off x="4976570" y="5150689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103" name="Graphic 102" descr="Images with solid fill">
            <a:extLst>
              <a:ext uri="{FF2B5EF4-FFF2-40B4-BE49-F238E27FC236}">
                <a16:creationId xmlns:a16="http://schemas.microsoft.com/office/drawing/2014/main" id="{48FF5D08-C1B5-1052-D200-A6A05B999B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39627" y="5184167"/>
            <a:ext cx="969461" cy="969461"/>
          </a:xfrm>
          <a:prstGeom prst="rect">
            <a:avLst/>
          </a:prstGeom>
        </p:spPr>
      </p:pic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63B08736-9B06-F373-D42D-E3AC343B5C27}"/>
              </a:ext>
            </a:extLst>
          </p:cNvPr>
          <p:cNvSpPr/>
          <p:nvPr/>
        </p:nvSpPr>
        <p:spPr>
          <a:xfrm>
            <a:off x="6711469" y="5150689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105" name="Graphic 104" descr="Images with solid fill">
            <a:extLst>
              <a:ext uri="{FF2B5EF4-FFF2-40B4-BE49-F238E27FC236}">
                <a16:creationId xmlns:a16="http://schemas.microsoft.com/office/drawing/2014/main" id="{28381F25-1863-2AE2-055B-02D707C8D3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74526" y="5184167"/>
            <a:ext cx="969461" cy="969461"/>
          </a:xfrm>
          <a:prstGeom prst="rect">
            <a:avLst/>
          </a:prstGeom>
        </p:spPr>
      </p:pic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E756F20-69A1-CF96-EFE9-1EE526F14FDD}"/>
              </a:ext>
            </a:extLst>
          </p:cNvPr>
          <p:cNvSpPr/>
          <p:nvPr/>
        </p:nvSpPr>
        <p:spPr>
          <a:xfrm>
            <a:off x="8432787" y="5150689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107" name="Graphic 106" descr="Images with solid fill">
            <a:extLst>
              <a:ext uri="{FF2B5EF4-FFF2-40B4-BE49-F238E27FC236}">
                <a16:creationId xmlns:a16="http://schemas.microsoft.com/office/drawing/2014/main" id="{3C4C3575-A4D1-AE3F-69EF-B8F0DCC028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695844" y="5184167"/>
            <a:ext cx="969461" cy="969461"/>
          </a:xfrm>
          <a:prstGeom prst="rect">
            <a:avLst/>
          </a:prstGeom>
        </p:spPr>
      </p:pic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34ABA0C-D3E0-4613-90FC-EBBFC9A3B422}"/>
              </a:ext>
            </a:extLst>
          </p:cNvPr>
          <p:cNvSpPr/>
          <p:nvPr/>
        </p:nvSpPr>
        <p:spPr>
          <a:xfrm>
            <a:off x="10203663" y="5150689"/>
            <a:ext cx="1418623" cy="13344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dirty="0"/>
              <a:t>[Limited text]</a:t>
            </a:r>
          </a:p>
        </p:txBody>
      </p:sp>
      <p:pic>
        <p:nvPicPr>
          <p:cNvPr id="110" name="Graphic 109" descr="Images with solid fill">
            <a:extLst>
              <a:ext uri="{FF2B5EF4-FFF2-40B4-BE49-F238E27FC236}">
                <a16:creationId xmlns:a16="http://schemas.microsoft.com/office/drawing/2014/main" id="{36DA70AB-1B86-66A3-E25B-36129F78FA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466720" y="5184167"/>
            <a:ext cx="969461" cy="969461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BDE58E84-12DC-5311-512C-D3BA8BA4C1BC}"/>
              </a:ext>
            </a:extLst>
          </p:cNvPr>
          <p:cNvSpPr txBox="1"/>
          <p:nvPr/>
        </p:nvSpPr>
        <p:spPr>
          <a:xfrm>
            <a:off x="8797491" y="2906234"/>
            <a:ext cx="2692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Upload up to  20 photos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Max 200 MB total</a:t>
            </a:r>
          </a:p>
        </p:txBody>
      </p:sp>
    </p:spTree>
    <p:extLst>
      <p:ext uri="{BB962C8B-B14F-4D97-AF65-F5344CB8AC3E}">
        <p14:creationId xmlns:p14="http://schemas.microsoft.com/office/powerpoint/2010/main" val="1188039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C7F82-E943-B3AD-9D4F-714E5FE2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A46246-03A0-E85A-632D-4FA915F7EB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C92AAF-5B04-D6E8-34B0-7663CC690B93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E7B602-0544-9F1B-1431-D82FC97403DE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DFCEA9-C235-C3FA-EA87-DDB320CBB472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4CDBC4-2D5E-DC54-50F6-0C4B286EA002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9DCBCE2-F977-112F-81B8-D7450B3619F1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181BDE2E-0943-F6C8-57D4-B49847EC6819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40016A-D620-FCEF-6AEE-5DD5BD8BEA58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0DF7BE1-4EA3-EB56-EE7C-037AF60F8CB4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C11A5E9-3892-BCEB-78A3-E6E5DBC8FF00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5E0D60F-4AE4-7D6B-4695-A8558DA7BE4B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4376BCFD-DC97-D8FE-2355-B1256EDC3B2F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308FE0E-F5D6-EAAD-6FEC-36D3CED6CF8E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80D6515-C69B-7D1D-78D9-2467CC12C04C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BDF9B16-19FD-8BC5-82BF-331E7CE08E5C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CF3DD79-75CF-D410-4B7D-F55EF38197EB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68628D8-3CBB-6987-85AB-B5AA84F6CFD5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68331FB-96D0-907E-619A-7FC55B7DA26B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F3EE882-411D-28C0-A129-04CAF874EDA0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4D5650A-25F3-35CF-EA18-0C8AE98BF864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1043D856-7E78-AA52-CDE9-36698BF61F30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98F69DF0-0B21-B217-F860-D92B2EB07EEA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EF29FA84-1620-BC17-4EF1-41D009009F22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B01804F-F9A3-C253-42D3-27098E067F12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3E0E440-3D54-4D64-8CC6-E5BD65233286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F7323CFA-5106-B7BE-52F9-5203AE16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F217CA3B-B006-C4AA-F031-F74809CA3698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73F427CE-2791-53FD-471B-725F6B976D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8FE08551-49DF-F787-AE8E-83DCB0434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326A97C4-A466-E69F-0EFF-416A56782F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0DC4AD48-C180-B259-3139-EE1CEE24452B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DE1C6-186E-E6C5-E5F6-FC94BCBC6B68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F87476-42AE-31B0-E553-72FD4EBFDEA8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CDFA9C-6231-0E95-4F85-8E31EADC4EFD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B737B2-5F2A-4C48-33D5-7085155DC29C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2DAB75-5EA9-405C-F128-06A9F7F0F0C0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E06967-3E24-398F-7539-482AEE0293EB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F74416-02F2-1033-F031-5AEC85F707C5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7170E9-0E34-E640-446C-22BA4144A7A0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EDBEBC0-6CF5-F66B-D3DF-F066FEB1825D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A3783A3-5D53-CF2D-E1AF-2CD66AF3754E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C034479B-9217-AF81-6220-FA9ABA241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530C560B-2CF4-D605-F358-1756A553E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11B21355-2490-753D-81E3-B314554F2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229E66CE-79CE-2166-F6E4-B515F861E1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10990F1D-0851-711F-1971-6F6EEFDC12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7CE8AD9-38A5-42FD-4CE6-898F03B0FD15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CA4E0B-C1B5-7A4F-6246-CF7E2A9DC077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E5C8E742-8D23-C33D-1364-EB7AD09AF3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568F7317-671A-3CEE-8AD1-F84E0CFBE5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C39B83FE-FC3D-8727-8973-C4CFDF878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FD32637F-C3A0-40D2-33D1-956A3608A8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CF956714-A981-ED84-891F-AD1D1E496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48BC3473-1B92-3C7B-B37B-414C138D4B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FFAF7E62-9ECE-E49E-86CD-667D089CFF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24AB93EF-F14C-A72C-BC4C-ED52F954B8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3C52806-849D-011A-36E7-7BCB273BD28A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109A698-EED0-9B77-0E05-E93E6F2F2F3B}"/>
              </a:ext>
            </a:extLst>
          </p:cNvPr>
          <p:cNvSpPr txBox="1"/>
          <p:nvPr/>
        </p:nvSpPr>
        <p:spPr>
          <a:xfrm>
            <a:off x="2870494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F0F64F5-4951-53BE-EAF5-A620810EB40C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       This space is used like a directory structure for creating files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A9AA692-1089-7490-6571-DB414D586113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89143BAF-52AC-9F90-827C-67FB8FC411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D47E75A-E118-447B-322D-8357E892A838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20CB2BA6-B45E-3B20-72CD-A946DFE4B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69F515F1-C2C2-DBE3-8A09-F5C5896612A8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61148ED-421D-7724-46A8-ECD4B915E07F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267B09A5-CAC0-4CC5-F62C-2ADC6D95D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15496413-4140-96FE-07F4-C853E69BCF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3C9EF6DF-508F-AA1F-0303-B882EA3A790D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8E6BEE25-5FA8-0807-08F3-153EB0395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419A3E1-6D84-8D57-5F7E-7A33AF085D0D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A674AA34-E27F-2F12-C6A4-2B90074A0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06160302-67B0-34B7-0337-ED61750215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2C195407-4628-DBEE-03E2-BE66A9D530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608B87A7-903D-D8E3-A102-488016E563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C7F5195-32F1-44A3-E19A-8917B2718C91}"/>
              </a:ext>
            </a:extLst>
          </p:cNvPr>
          <p:cNvCxnSpPr>
            <a:cxnSpLocks/>
          </p:cNvCxnSpPr>
          <p:nvPr/>
        </p:nvCxnSpPr>
        <p:spPr>
          <a:xfrm flipV="1">
            <a:off x="11069673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AE6B12D-E104-9A8A-E919-CD232C421777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CEE0867-AEEA-2EF6-CBAD-DCDA63414E1F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0684CD4-E3C0-A294-2BDE-CA2C0EFB0FAE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E74DB9F6-9C46-E159-5653-45469B111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97A4100F-203A-223E-5B95-750B1A0A4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3D86AB7B-A27C-75A4-F170-D1F70914C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01732" y="38079"/>
            <a:ext cx="639723" cy="639723"/>
          </a:xfrm>
          <a:prstGeom prst="rect">
            <a:avLst/>
          </a:prstGeom>
        </p:spPr>
      </p:pic>
      <p:pic>
        <p:nvPicPr>
          <p:cNvPr id="2" name="Graphic 1" descr="Badge Follow with solid fill">
            <a:extLst>
              <a:ext uri="{FF2B5EF4-FFF2-40B4-BE49-F238E27FC236}">
                <a16:creationId xmlns:a16="http://schemas.microsoft.com/office/drawing/2014/main" id="{F5FC57F0-23BE-3736-F585-7A25D785C7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067894" y="1541303"/>
            <a:ext cx="639723" cy="639723"/>
          </a:xfrm>
          <a:prstGeom prst="rect">
            <a:avLst/>
          </a:prstGeom>
        </p:spPr>
      </p:pic>
      <p:pic>
        <p:nvPicPr>
          <p:cNvPr id="12" name="Graphic 11" descr="Open folder with solid fill">
            <a:extLst>
              <a:ext uri="{FF2B5EF4-FFF2-40B4-BE49-F238E27FC236}">
                <a16:creationId xmlns:a16="http://schemas.microsoft.com/office/drawing/2014/main" id="{B46FEE3C-ADDF-CA99-CE54-87C4A249F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224719" y="2092269"/>
            <a:ext cx="287426" cy="287426"/>
          </a:xfrm>
          <a:prstGeom prst="rect">
            <a:avLst/>
          </a:prstGeom>
        </p:spPr>
      </p:pic>
      <p:pic>
        <p:nvPicPr>
          <p:cNvPr id="14" name="Graphic 13" descr="Paper with solid fill">
            <a:extLst>
              <a:ext uri="{FF2B5EF4-FFF2-40B4-BE49-F238E27FC236}">
                <a16:creationId xmlns:a16="http://schemas.microsoft.com/office/drawing/2014/main" id="{B1BB7F24-4293-CDD0-4F98-23F2BFAE8C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261512" y="3109101"/>
            <a:ext cx="239467" cy="239467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E4AF85-2624-3764-6909-B709825D7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37932"/>
              </p:ext>
            </p:extLst>
          </p:nvPr>
        </p:nvGraphicFramePr>
        <p:xfrm>
          <a:off x="3575646" y="1650418"/>
          <a:ext cx="7491534" cy="370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48589">
                  <a:extLst>
                    <a:ext uri="{9D8B030D-6E8A-4147-A177-3AD203B41FA5}">
                      <a16:colId xmlns:a16="http://schemas.microsoft.com/office/drawing/2014/main" val="2860358842"/>
                    </a:ext>
                  </a:extLst>
                </a:gridCol>
                <a:gridCol w="1248589">
                  <a:extLst>
                    <a:ext uri="{9D8B030D-6E8A-4147-A177-3AD203B41FA5}">
                      <a16:colId xmlns:a16="http://schemas.microsoft.com/office/drawing/2014/main" val="4060585464"/>
                    </a:ext>
                  </a:extLst>
                </a:gridCol>
                <a:gridCol w="1248589">
                  <a:extLst>
                    <a:ext uri="{9D8B030D-6E8A-4147-A177-3AD203B41FA5}">
                      <a16:colId xmlns:a16="http://schemas.microsoft.com/office/drawing/2014/main" val="3274043946"/>
                    </a:ext>
                  </a:extLst>
                </a:gridCol>
                <a:gridCol w="1248589">
                  <a:extLst>
                    <a:ext uri="{9D8B030D-6E8A-4147-A177-3AD203B41FA5}">
                      <a16:colId xmlns:a16="http://schemas.microsoft.com/office/drawing/2014/main" val="821297021"/>
                    </a:ext>
                  </a:extLst>
                </a:gridCol>
                <a:gridCol w="1248589">
                  <a:extLst>
                    <a:ext uri="{9D8B030D-6E8A-4147-A177-3AD203B41FA5}">
                      <a16:colId xmlns:a16="http://schemas.microsoft.com/office/drawing/2014/main" val="2342232538"/>
                    </a:ext>
                  </a:extLst>
                </a:gridCol>
                <a:gridCol w="1248589">
                  <a:extLst>
                    <a:ext uri="{9D8B030D-6E8A-4147-A177-3AD203B41FA5}">
                      <a16:colId xmlns:a16="http://schemas.microsoft.com/office/drawing/2014/main" val="2318462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Created 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Last Edited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File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Contributors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942542"/>
                  </a:ext>
                </a:extLst>
              </a:tr>
            </a:tbl>
          </a:graphicData>
        </a:graphic>
      </p:graphicFrame>
      <p:pic>
        <p:nvPicPr>
          <p:cNvPr id="30" name="Graphic 29" descr="Open folder with solid fill">
            <a:extLst>
              <a:ext uri="{FF2B5EF4-FFF2-40B4-BE49-F238E27FC236}">
                <a16:creationId xmlns:a16="http://schemas.microsoft.com/office/drawing/2014/main" id="{53203B87-7F1A-2979-F678-8C2F983CC6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234506" y="2412449"/>
            <a:ext cx="287426" cy="287426"/>
          </a:xfrm>
          <a:prstGeom prst="rect">
            <a:avLst/>
          </a:prstGeom>
        </p:spPr>
      </p:pic>
      <p:pic>
        <p:nvPicPr>
          <p:cNvPr id="32" name="Graphic 31" descr="Open folder with solid fill">
            <a:extLst>
              <a:ext uri="{FF2B5EF4-FFF2-40B4-BE49-F238E27FC236}">
                <a16:creationId xmlns:a16="http://schemas.microsoft.com/office/drawing/2014/main" id="{E54D42A2-D361-A4D4-E3FC-125C788F0F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249507" y="2741018"/>
            <a:ext cx="287426" cy="28742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BD3EAF8-1918-85EA-CC88-DBD8C3B574CB}"/>
              </a:ext>
            </a:extLst>
          </p:cNvPr>
          <p:cNvSpPr txBox="1"/>
          <p:nvPr/>
        </p:nvSpPr>
        <p:spPr>
          <a:xfrm>
            <a:off x="3606288" y="2091097"/>
            <a:ext cx="7479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</a:rPr>
              <a:t>vscode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                      27/3/2026                   29/3/2026                  Folder                         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</a:rPr>
              <a:t>Jamster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                  Dave, Jim, 3 others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83A67D-270D-F0BB-8241-07F47D82F258}"/>
              </a:ext>
            </a:extLst>
          </p:cNvPr>
          <p:cNvSpPr txBox="1"/>
          <p:nvPr/>
        </p:nvSpPr>
        <p:spPr>
          <a:xfrm>
            <a:off x="3606288" y="2416043"/>
            <a:ext cx="7479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Client                       27/3/2026                   29/3/2026                  Folder                         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</a:rPr>
              <a:t>Jamster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                  Dave, Jim, 3 others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7623E8-390A-2D89-C229-F85C0ADEA67E}"/>
              </a:ext>
            </a:extLst>
          </p:cNvPr>
          <p:cNvSpPr txBox="1"/>
          <p:nvPr/>
        </p:nvSpPr>
        <p:spPr>
          <a:xfrm>
            <a:off x="3576308" y="2742219"/>
            <a:ext cx="7479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docker                       27/3/2026                   29/3/2026                  Folder                         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</a:rPr>
              <a:t>Jamster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                  Dave, Jim, 3 others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5DEECE-CC2A-2B1F-501A-0439B0E07430}"/>
              </a:ext>
            </a:extLst>
          </p:cNvPr>
          <p:cNvSpPr txBox="1"/>
          <p:nvPr/>
        </p:nvSpPr>
        <p:spPr>
          <a:xfrm>
            <a:off x="3576308" y="3074934"/>
            <a:ext cx="7479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Main.py                     24/3/2026                   27/3/2026                  .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</a:rPr>
              <a:t>py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                                  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</a:rPr>
              <a:t>Pythonator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</a:rPr>
              <a:t>                  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</a:rPr>
              <a:t>Jamster</a:t>
            </a:r>
            <a:endParaRPr lang="en-GB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295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0EA78-9858-C9CE-CB74-3D261F5B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4926D9-67FF-816B-B454-E46DFC5CF3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779DEA-1088-ADF0-6FA9-0781A2AA7D94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8BA42F-CD69-BD72-63C5-D61CCF501A35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8D1FEC-C3BB-B3FC-CC7E-114B4AC15A78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88CEA62-6B16-E8BC-7420-C5DB379B9277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3984395-EF93-6F6F-56B0-575255B56798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CE92B27E-C602-BD6A-EF0F-4D4246B0EC6D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0BF91A5-318C-13D8-4658-E5AB6F7C1947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051E2B8-CB6A-F873-593C-DB117BBE4542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AE964A3-2507-5396-909E-CCD67E81C525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7D23424-0FC6-F689-E784-AA4611E2ED38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6529E1DF-D0FA-74C2-ADA6-79A5CE47F3EC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9F5630C-47D5-B687-1418-700198C526DC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E36B4A9-5501-69D2-C969-98FBF141B4E2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7B6267-5E62-9B9D-2613-96BCAA71CE00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DAEEB29-EB83-74CD-A100-0224FD87FEE9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BE29A1-E14D-CC8F-F209-A57387C23B3B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E5FC551-FF3D-650E-8C01-E20107F21FD1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C0A6B5A-61A3-0FD3-FE5B-7B1109B81C63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653A799-0887-F5FA-6DB2-B183BFE12C98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DEE6B584-9CC7-0041-43DD-95BDD71AA98A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6C847658-9C3F-5120-84AC-05EBA4FD30E8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0B96AECB-99A2-8E1B-7942-B266CC196092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302A224-E791-81EE-6834-44165677E8C7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5C0264E-79DA-A745-84D3-93E76ADDEC55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1EDD1246-B903-B40C-1D3B-2BC5C01B4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1E79692E-D58D-61BF-F99C-5C81BC71DFF9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D8BE0A36-B9F6-6D5C-6E0E-4B74DA716D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DF8EE585-C95E-CB39-E2BF-0B714209C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66B8D871-8C89-EB1B-2B2F-5B1C3A4D82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8BAB1430-5DB6-04F7-8B30-575FB5A59754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ECCCB-DD72-CEFE-8E7A-17FADB62AFB2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EFADFB-81F4-FE0E-7A3F-397BF1F21056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3736B9-E9BE-E5BF-6EE7-18226A9E11F1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C1F8FF-DD5D-7F21-9EC8-CAADE092F330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B9579-66E5-45B6-78DE-63C9EBDA5C2A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399A2D-0FA5-AE76-0EF5-C1879DD44165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7500558-E5F2-B186-06C6-279CA3C61C85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0554B8-7A6B-64DF-D7CD-4EEC43A513E6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23E0AB2-8B49-8E38-910D-7C46AC0AF092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E34BBB6-1CA8-ED45-59F9-BD6FE66E72C2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9A062E09-C0F5-9474-D7DC-D89FB9B9A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65FCA418-D81B-B29A-E88F-B38125749B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4A6FE570-829A-F1D7-ADEF-0F4810D56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3FD743FD-A4D9-C1D2-7706-1C6648852C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468C4CE3-EAB1-E789-BACC-2F9DC07739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F4D8BB5-E150-34A3-303B-DE1243332F02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D1CD6B8-1907-683C-06ED-32B126493DA4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DEAF1DC7-A70C-FBDD-D652-97AB2756F5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3199B4C0-11FD-FC99-7EDF-867D9C5E7D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A075DFA0-23A9-68D7-406F-5DFE9DFEB7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0C321799-BE6E-7835-B7C5-14BA25862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C9219B22-499F-3DEF-D3EF-6D24274B6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6A43163A-A84A-4F37-CF8D-F2BFF5261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4608EEAC-3EDB-0BE6-063C-2D96B4612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11122C41-787D-783F-16D8-11C97BE41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B7F71A5-1380-D7BA-8373-69F2D459820D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05B8F3D-CA83-D424-B8D7-E9CCEFD0BF06}"/>
              </a:ext>
            </a:extLst>
          </p:cNvPr>
          <p:cNvSpPr txBox="1"/>
          <p:nvPr/>
        </p:nvSpPr>
        <p:spPr>
          <a:xfrm>
            <a:off x="2870494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3B5767E-5134-3A3C-B61C-FA904A2CB674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       This space is used like a directory structure for creating files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0EF6804-CD2B-914F-06DC-3A03987DE131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D1D77651-EC46-8655-0529-595F74BCC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2B1E67B-F970-638E-7A8D-7D2E17CA1045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9362CEF6-0754-94BE-CEEB-528D0DE00A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0C16AD3D-8035-E5B9-57FE-E026E9917834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1E48E95A-EF45-8A68-D816-2DEA51FEF2AA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E4A12F10-4A17-B41A-FF89-B75CE95F5D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830F0608-51B9-B0AE-9F13-4E8DD1F700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0FF06D8D-CBC6-C51D-F381-C1AD4E2795FE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941A84C3-7BDC-D736-2487-32058112CF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642B73A-AFD2-9D9C-E938-26D198C935DF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FAEAC9B6-0FBE-3687-BCE3-FC028C2A9E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15134A2C-3888-CEFB-7B38-7290A8EFE0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43EE02CC-1181-2D1C-BB54-D5E0AD0CA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BEF54AF5-06B0-FC55-1E6B-73BD266F3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AD4C9DA-E92C-D0A2-1CAC-F36983A3AACF}"/>
              </a:ext>
            </a:extLst>
          </p:cNvPr>
          <p:cNvCxnSpPr>
            <a:cxnSpLocks/>
          </p:cNvCxnSpPr>
          <p:nvPr/>
        </p:nvCxnSpPr>
        <p:spPr>
          <a:xfrm flipV="1">
            <a:off x="11069673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E5A86D0-05C6-A236-E4FA-EE81C5768ACE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8672A9D-0E11-718C-44C5-0AF6E96337E0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FC3731D-3CA0-3D8C-CA6B-FA4E8F273813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58BA9D16-EE93-CCB2-6722-AE91798DE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38F36804-644E-F2ED-CD12-EA1A91E5D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23965F8F-E353-3EC0-2AF1-D3CAD20F1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01732" y="38079"/>
            <a:ext cx="639723" cy="639723"/>
          </a:xfrm>
          <a:prstGeom prst="rect">
            <a:avLst/>
          </a:prstGeom>
        </p:spPr>
      </p:pic>
      <p:pic>
        <p:nvPicPr>
          <p:cNvPr id="13" name="Graphic 12" descr="Back with solid fill">
            <a:extLst>
              <a:ext uri="{FF2B5EF4-FFF2-40B4-BE49-F238E27FC236}">
                <a16:creationId xmlns:a16="http://schemas.microsoft.com/office/drawing/2014/main" id="{9039C3BA-C485-D144-1BDC-C394F0AA87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77163" y="1470759"/>
            <a:ext cx="457200" cy="4572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D4D9982-CD87-2171-DB73-703D416002DA}"/>
              </a:ext>
            </a:extLst>
          </p:cNvPr>
          <p:cNvSpPr txBox="1"/>
          <p:nvPr/>
        </p:nvSpPr>
        <p:spPr>
          <a:xfrm>
            <a:off x="3624887" y="1526641"/>
            <a:ext cx="3460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/ Client / main / working on / doc.txt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23B3D41-D0C5-8467-561C-3423A7A8FCF2}"/>
              </a:ext>
            </a:extLst>
          </p:cNvPr>
          <p:cNvSpPr/>
          <p:nvPr/>
        </p:nvSpPr>
        <p:spPr>
          <a:xfrm>
            <a:off x="3100088" y="1892742"/>
            <a:ext cx="8583912" cy="46636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823B15F-D89E-2DDA-0728-7410DCB198D8}"/>
              </a:ext>
            </a:extLst>
          </p:cNvPr>
          <p:cNvCxnSpPr>
            <a:cxnSpLocks/>
          </p:cNvCxnSpPr>
          <p:nvPr/>
        </p:nvCxnSpPr>
        <p:spPr>
          <a:xfrm>
            <a:off x="3435945" y="1892742"/>
            <a:ext cx="0" cy="4610227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83A04058-8CCB-0929-8C59-6CB33574A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834000"/>
              </p:ext>
            </p:extLst>
          </p:nvPr>
        </p:nvGraphicFramePr>
        <p:xfrm>
          <a:off x="3116867" y="1914952"/>
          <a:ext cx="8496294" cy="44452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733">
                  <a:extLst>
                    <a:ext uri="{9D8B030D-6E8A-4147-A177-3AD203B41FA5}">
                      <a16:colId xmlns:a16="http://schemas.microsoft.com/office/drawing/2014/main" val="2511967244"/>
                    </a:ext>
                  </a:extLst>
                </a:gridCol>
                <a:gridCol w="8082561">
                  <a:extLst>
                    <a:ext uri="{9D8B030D-6E8A-4147-A177-3AD203B41FA5}">
                      <a16:colId xmlns:a16="http://schemas.microsoft.com/office/drawing/2014/main" val="2725502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Project Notes – Example document.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25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Summary: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724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This document serves as a placeholder for future content.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472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Specifically, this is a text (.txt) file. Blank file for nothing more than ordinary text with no formatting.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64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It can be used to share ideas, take notes of things or anything else that anybody wants.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248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Line numbers  might not matter for all file types but they’re still there in case. Files like programming languages are good with line numbers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56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270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This would also be scrollable. If there are a lot more lines than what’s visible in the viewport.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95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Though running code from this directly is not yet being a considered thing, this would support colours and such formatting for different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56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Programming 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080645"/>
                  </a:ext>
                </a:extLst>
              </a:tr>
              <a:tr h="365968">
                <a:tc>
                  <a:txBody>
                    <a:bodyPr/>
                    <a:lstStyle/>
                    <a:p>
                      <a:r>
                        <a:rPr lang="en-GB" sz="105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161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092421"/>
                  </a:ext>
                </a:extLst>
              </a:tr>
            </a:tbl>
          </a:graphicData>
        </a:graphic>
      </p:graphicFrame>
      <p:pic>
        <p:nvPicPr>
          <p:cNvPr id="59" name="Graphic 58" descr="Download with solid fill">
            <a:extLst>
              <a:ext uri="{FF2B5EF4-FFF2-40B4-BE49-F238E27FC236}">
                <a16:creationId xmlns:a16="http://schemas.microsoft.com/office/drawing/2014/main" id="{5C770D1B-3A6F-2E94-8215-CF4D7F4C8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08780" y="1526886"/>
            <a:ext cx="321786" cy="321786"/>
          </a:xfrm>
          <a:prstGeom prst="rect">
            <a:avLst/>
          </a:prstGeom>
        </p:spPr>
      </p:pic>
      <p:pic>
        <p:nvPicPr>
          <p:cNvPr id="65" name="Graphic 64" descr="Settings with solid fill">
            <a:extLst>
              <a:ext uri="{FF2B5EF4-FFF2-40B4-BE49-F238E27FC236}">
                <a16:creationId xmlns:a16="http://schemas.microsoft.com/office/drawing/2014/main" id="{9D600AA1-17A6-6F6C-D319-ECBFB2A0BC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92369" y="1426741"/>
            <a:ext cx="431718" cy="43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97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69692-973C-045F-1B41-E70FF95A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0B9A8-511B-1C28-FF4F-85D75047CD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AC99F-7F9F-96E4-F071-6A9B136C1617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AB56B1B-098C-8C66-A3B2-D21CA95BD047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9755351-813C-7219-AAAC-340C207CABF3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F081A0-8DA1-A5AD-D3FD-3346F64B5DFC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A354132-253D-4194-4ACA-D30AD407442C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01A25025-59B7-8EC7-4BFC-E2D23C4CBAD3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791750-CC24-BD8E-194A-A37D4953B609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39E9D9-98FB-5029-DD54-EFA20ABEB688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D82757-0887-B35D-108B-F19979E5594A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239BD44-0350-5D09-0DD3-4CF1CA47ABF9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CBDD602C-D383-6867-3BA6-B7DFFEA7ECDD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206C723-0C2B-8071-53EA-6CE122EC9921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37B7CAA-CC92-3A21-C9B1-C53BD1A2EC95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6106E82-6AD6-3C02-3373-BFCA7F1F29C5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4276EEF-39D3-D3B2-5591-309CE9FA61AF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C31EBE-FB3C-C7F4-4829-E83B8D5B0F1F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6746B6D-1575-1348-21BB-8B2269A5E4C4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1F630DF-B3F3-2634-22B5-28F60F2E8785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520B691-98A2-25B8-38BA-498B7703F957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706C20CD-747C-4EFA-5849-9A769DD63CF5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A51BC917-52C8-8E2C-A4AA-52CABEB943DA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482DE8B7-5483-D984-34D3-8FB64FE9CA2F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3EF52E-E96F-FDC0-9D36-39004FF5D261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F871E8A-A49D-99BD-C525-01BC4C591F51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C162D87B-04DE-DE94-0C43-CFD77EF8E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1AC2D02F-F59C-BB0B-FF38-2267EC3AAD0D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EE439C2F-ED36-AAA2-75A3-2874B431E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DB5BA74A-F807-025D-9A0A-2E4C9D266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41B686E4-9D5C-0D11-8742-97D40956B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12D5D9DB-049A-AF1A-FEEB-DAE6E32046A1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4E52E-AD77-6E8E-FA95-C5A5A6AA354F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E37E4B-F0BE-BE2D-3F8F-66AA1AC2A159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10F602-2DA7-F25B-D6F9-3901BF0D7AFC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6A64CC-03FB-3797-B6EC-DE82B7D9A259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287AA-EF86-7D73-FC59-60E61E888D38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67E214-0753-6B18-BA15-F2ACA2837F30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62BEA5-2AC0-BB88-045A-E37DB7406F7C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B3A89FB-F854-A88E-CC82-0DA59CE68A83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5BF3076-7BE1-1F1E-964F-A2A175021657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AB0A0FB-386C-C23D-731F-52FE53FE567C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4A0A454A-C75E-8493-BED1-E969C99AA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A62AE93F-AEB9-449C-E42D-879E80495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1A0BBF2C-F5D7-51BF-C9D0-BDF5FDC81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745F1EBA-1909-A5F6-4F0F-402525A26D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8CC5065B-AEC1-8DD3-900F-B497E6AFF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C079DDC-695E-3F9C-ED18-E2A0979B8E54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182BC70-61E0-FF97-9AE6-2C7CAB047340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5DFB9714-5DD5-4405-E831-25FCC7C40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3F1A3649-CE30-971F-C2BC-C05118622D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460BB1E1-2375-1D34-7074-B347637467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AC92879B-A2CC-E2F0-0C86-801F5FDD4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1A070E88-24DC-99EF-E218-41843D9EB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8BF43687-FC7D-1E25-5F5B-548ED88F0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EDBE8F23-3BBC-32C6-4212-0FAEB91FD4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26D60B97-FE5C-82CA-7368-7F2B144E3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FA7EE61-9C7D-266F-4022-999ED6F07F21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3DC33BF4-517A-4F51-0AF6-9E7611A159E8}"/>
              </a:ext>
            </a:extLst>
          </p:cNvPr>
          <p:cNvSpPr txBox="1"/>
          <p:nvPr/>
        </p:nvSpPr>
        <p:spPr>
          <a:xfrm>
            <a:off x="2870494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Project board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8BD8EE2-F0AE-E59E-1136-D54FB4DDF7BC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This space is a project board with different types of available boards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31E3BEE-3A6D-F96E-1671-58E1304FAD51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3998B298-9395-6A9A-4AB3-19EB2998D7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66947486-306B-3B59-1B89-D7542065FF9F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82CC8C6B-5A49-C350-A53F-80AC8D8B5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64D5F14-6001-E738-8247-FF4048D97EC1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0D89A27-F108-6DFE-BA10-175BA06BD616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E3A29136-31C9-3E10-018F-8D6EC65C91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2CBEF4F1-ED45-093A-7C82-2ECD78455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F609698E-F364-6B08-72CA-6A071811E625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A527A9B7-CB66-7CE5-CD9D-9409B9418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9F12792-6AB9-C64A-8E26-86B1A7303AD9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B716085F-1ECC-93ED-E11B-0650F71505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340C81D6-B4F3-EC1B-5884-08EF807E6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D9097453-100A-94C3-E8D3-1DD3528602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1CEFEAD6-3AD4-FD40-18D5-25E658838B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346E8CCC-A8C1-BDEE-C9F5-46ED21A8A197}"/>
              </a:ext>
            </a:extLst>
          </p:cNvPr>
          <p:cNvCxnSpPr>
            <a:cxnSpLocks/>
          </p:cNvCxnSpPr>
          <p:nvPr/>
        </p:nvCxnSpPr>
        <p:spPr>
          <a:xfrm flipV="1">
            <a:off x="11069673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5A5BD19-22F5-D136-F290-91A3616A0AFF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0451407-5B23-29E6-B4C1-D171291350AC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51A91E4-E8BB-32C9-59FF-D08D26093452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54B58E92-BD30-FFC1-BE72-868B69018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A182D5A0-BAE1-8F7D-89DD-086D18E6E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54249C3B-B03B-E865-451D-9E117EF84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01732" y="47704"/>
            <a:ext cx="639723" cy="639723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77CCDF1-A36E-402C-62CE-B767103B99D6}"/>
              </a:ext>
            </a:extLst>
          </p:cNvPr>
          <p:cNvSpPr/>
          <p:nvPr/>
        </p:nvSpPr>
        <p:spPr>
          <a:xfrm>
            <a:off x="3100088" y="1892742"/>
            <a:ext cx="8583912" cy="46636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CCD91929-9AA0-DC5B-E180-24DC6BB31122}"/>
              </a:ext>
            </a:extLst>
          </p:cNvPr>
          <p:cNvSpPr/>
          <p:nvPr/>
        </p:nvSpPr>
        <p:spPr>
          <a:xfrm>
            <a:off x="3112850" y="151580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To-do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324C676B-A459-99A9-0197-6F402039853A}"/>
              </a:ext>
            </a:extLst>
          </p:cNvPr>
          <p:cNvSpPr/>
          <p:nvPr/>
        </p:nvSpPr>
        <p:spPr>
          <a:xfrm>
            <a:off x="4514396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Kanban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2" name="Graphic 31" descr="Caret Up with solid fill">
            <a:extLst>
              <a:ext uri="{FF2B5EF4-FFF2-40B4-BE49-F238E27FC236}">
                <a16:creationId xmlns:a16="http://schemas.microsoft.com/office/drawing/2014/main" id="{9E1485BE-92E7-1713-65F0-0382D341D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5638917" y="1612646"/>
            <a:ext cx="185811" cy="185811"/>
          </a:xfrm>
          <a:prstGeom prst="rect">
            <a:avLst/>
          </a:prstGeom>
        </p:spPr>
      </p:pic>
      <p:pic>
        <p:nvPicPr>
          <p:cNvPr id="53" name="Graphic 52" descr="Caret Up with solid fill">
            <a:extLst>
              <a:ext uri="{FF2B5EF4-FFF2-40B4-BE49-F238E27FC236}">
                <a16:creationId xmlns:a16="http://schemas.microsoft.com/office/drawing/2014/main" id="{E8EB7B1C-73C1-98C4-849B-61EA21CB78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4251335" y="1596749"/>
            <a:ext cx="185811" cy="185811"/>
          </a:xfrm>
          <a:prstGeom prst="rect">
            <a:avLst/>
          </a:prstGeom>
        </p:spPr>
      </p:pic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D11B9834-C4D2-5AFF-FD96-9EFC7D9AA3FC}"/>
              </a:ext>
            </a:extLst>
          </p:cNvPr>
          <p:cNvSpPr/>
          <p:nvPr/>
        </p:nvSpPr>
        <p:spPr>
          <a:xfrm>
            <a:off x="5911605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Gantt Chart</a:t>
            </a:r>
          </a:p>
        </p:txBody>
      </p:sp>
      <p:pic>
        <p:nvPicPr>
          <p:cNvPr id="55" name="Graphic 54" descr="Caret Up with solid fill">
            <a:extLst>
              <a:ext uri="{FF2B5EF4-FFF2-40B4-BE49-F238E27FC236}">
                <a16:creationId xmlns:a16="http://schemas.microsoft.com/office/drawing/2014/main" id="{41EC78A3-68FD-7561-1E35-926E0BC769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7036126" y="1612646"/>
            <a:ext cx="185811" cy="185811"/>
          </a:xfrm>
          <a:prstGeom prst="rect">
            <a:avLst/>
          </a:prstGeom>
        </p:spPr>
      </p:pic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6C4545DF-10A0-6F23-838C-714A4BF25B76}"/>
              </a:ext>
            </a:extLst>
          </p:cNvPr>
          <p:cNvSpPr/>
          <p:nvPr/>
        </p:nvSpPr>
        <p:spPr>
          <a:xfrm>
            <a:off x="7345880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Calendar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0" name="Graphic 59" descr="Caret Up with solid fill">
            <a:extLst>
              <a:ext uri="{FF2B5EF4-FFF2-40B4-BE49-F238E27FC236}">
                <a16:creationId xmlns:a16="http://schemas.microsoft.com/office/drawing/2014/main" id="{6EC3DBA7-47A7-D32D-3DD1-C418EBDE64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8470401" y="1612646"/>
            <a:ext cx="185811" cy="185811"/>
          </a:xfrm>
          <a:prstGeom prst="rect">
            <a:avLst/>
          </a:prstGeom>
        </p:spPr>
      </p:pic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82DEAB30-581F-D108-F7D3-8EFC104512A1}"/>
              </a:ext>
            </a:extLst>
          </p:cNvPr>
          <p:cNvSpPr/>
          <p:nvPr/>
        </p:nvSpPr>
        <p:spPr>
          <a:xfrm>
            <a:off x="10200724" y="1521709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Table</a:t>
            </a:r>
          </a:p>
        </p:txBody>
      </p:sp>
      <p:pic>
        <p:nvPicPr>
          <p:cNvPr id="64" name="Graphic 63" descr="Caret Up with solid fill">
            <a:extLst>
              <a:ext uri="{FF2B5EF4-FFF2-40B4-BE49-F238E27FC236}">
                <a16:creationId xmlns:a16="http://schemas.microsoft.com/office/drawing/2014/main" id="{A3BF1798-C5FA-3D1E-8746-4082CE16D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11325245" y="1608069"/>
            <a:ext cx="185811" cy="185811"/>
          </a:xfrm>
          <a:prstGeom prst="rect">
            <a:avLst/>
          </a:prstGeom>
        </p:spPr>
      </p:pic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2283213-0349-A7DC-2ECC-FC7F669606A7}"/>
              </a:ext>
            </a:extLst>
          </p:cNvPr>
          <p:cNvSpPr/>
          <p:nvPr/>
        </p:nvSpPr>
        <p:spPr>
          <a:xfrm>
            <a:off x="3531608" y="2496984"/>
            <a:ext cx="7745509" cy="442762"/>
          </a:xfrm>
          <a:prstGeom prst="roundRect">
            <a:avLst>
              <a:gd name="adj" fmla="val 40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            Go shopping   |  Go to the super market to buy food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B84C54F-17D3-FD79-B8A8-1850C2611B58}"/>
              </a:ext>
            </a:extLst>
          </p:cNvPr>
          <p:cNvCxnSpPr>
            <a:cxnSpLocks/>
          </p:cNvCxnSpPr>
          <p:nvPr/>
        </p:nvCxnSpPr>
        <p:spPr>
          <a:xfrm>
            <a:off x="3202771" y="2269469"/>
            <a:ext cx="8376422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Graphic 101" descr="Badge Follow with solid fill">
            <a:extLst>
              <a:ext uri="{FF2B5EF4-FFF2-40B4-BE49-F238E27FC236}">
                <a16:creationId xmlns:a16="http://schemas.microsoft.com/office/drawing/2014/main" id="{256B409A-515C-CADA-5F08-FA49B5A216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200614" y="1884572"/>
            <a:ext cx="386991" cy="386991"/>
          </a:xfrm>
          <a:prstGeom prst="rect">
            <a:avLst/>
          </a:prstGeom>
        </p:spPr>
      </p:pic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B028E51A-1952-A208-7EED-CBEB7ECC6E4B}"/>
              </a:ext>
            </a:extLst>
          </p:cNvPr>
          <p:cNvSpPr/>
          <p:nvPr/>
        </p:nvSpPr>
        <p:spPr>
          <a:xfrm>
            <a:off x="8089130" y="1942465"/>
            <a:ext cx="3020084" cy="251398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                                                Filter</a:t>
            </a:r>
          </a:p>
        </p:txBody>
      </p:sp>
      <p:pic>
        <p:nvPicPr>
          <p:cNvPr id="104" name="Graphic 103" descr="Caret Down with solid fill">
            <a:extLst>
              <a:ext uri="{FF2B5EF4-FFF2-40B4-BE49-F238E27FC236}">
                <a16:creationId xmlns:a16="http://schemas.microsoft.com/office/drawing/2014/main" id="{C2C29B43-2CE6-3855-EE45-436A8FCB0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0800000">
            <a:off x="10787598" y="1945673"/>
            <a:ext cx="239523" cy="239523"/>
          </a:xfrm>
          <a:prstGeom prst="rect">
            <a:avLst/>
          </a:prstGeom>
        </p:spPr>
      </p:pic>
      <p:sp>
        <p:nvSpPr>
          <p:cNvPr id="105" name="Circle: Hollow 104">
            <a:extLst>
              <a:ext uri="{FF2B5EF4-FFF2-40B4-BE49-F238E27FC236}">
                <a16:creationId xmlns:a16="http://schemas.microsoft.com/office/drawing/2014/main" id="{BD011024-0D72-7990-84D7-B30E8CDC53B4}"/>
              </a:ext>
            </a:extLst>
          </p:cNvPr>
          <p:cNvSpPr/>
          <p:nvPr/>
        </p:nvSpPr>
        <p:spPr>
          <a:xfrm>
            <a:off x="3908373" y="2548462"/>
            <a:ext cx="347133" cy="347133"/>
          </a:xfrm>
          <a:prstGeom prst="donu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07" name="Graphic 106" descr="Rubbish with solid fill">
            <a:extLst>
              <a:ext uri="{FF2B5EF4-FFF2-40B4-BE49-F238E27FC236}">
                <a16:creationId xmlns:a16="http://schemas.microsoft.com/office/drawing/2014/main" id="{64955A48-8F31-1FA8-4E43-9D2E0A37A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92327" y="2548472"/>
            <a:ext cx="325967" cy="325967"/>
          </a:xfrm>
          <a:prstGeom prst="rect">
            <a:avLst/>
          </a:prstGeom>
        </p:spPr>
      </p:pic>
      <p:pic>
        <p:nvPicPr>
          <p:cNvPr id="110" name="Graphic 109" descr="Pencil with solid fill">
            <a:extLst>
              <a:ext uri="{FF2B5EF4-FFF2-40B4-BE49-F238E27FC236}">
                <a16:creationId xmlns:a16="http://schemas.microsoft.com/office/drawing/2014/main" id="{0BC3A7FC-82FA-51A0-CF38-F9EC0A551C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06308" y="2563003"/>
            <a:ext cx="307200" cy="307200"/>
          </a:xfrm>
          <a:prstGeom prst="rect">
            <a:avLst/>
          </a:prstGeom>
        </p:spPr>
      </p:pic>
      <p:pic>
        <p:nvPicPr>
          <p:cNvPr id="120" name="Graphic 119" descr="Hamburger Menu Icon outline">
            <a:extLst>
              <a:ext uri="{FF2B5EF4-FFF2-40B4-BE49-F238E27FC236}">
                <a16:creationId xmlns:a16="http://schemas.microsoft.com/office/drawing/2014/main" id="{2987C701-1BCB-8BFF-4D11-2EA61C2A65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560238" y="2561169"/>
            <a:ext cx="312542" cy="312542"/>
          </a:xfrm>
          <a:prstGeom prst="rect">
            <a:avLst/>
          </a:prstGeom>
        </p:spPr>
      </p:pic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3BEE72F3-13BF-369F-207F-E831D0726967}"/>
              </a:ext>
            </a:extLst>
          </p:cNvPr>
          <p:cNvSpPr/>
          <p:nvPr/>
        </p:nvSpPr>
        <p:spPr>
          <a:xfrm>
            <a:off x="3531608" y="3117356"/>
            <a:ext cx="7745509" cy="442762"/>
          </a:xfrm>
          <a:prstGeom prst="roundRect">
            <a:avLst>
              <a:gd name="adj" fmla="val 40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            Go shopping   |  Go to the super market to buy food</a:t>
            </a:r>
          </a:p>
        </p:txBody>
      </p:sp>
      <p:sp>
        <p:nvSpPr>
          <p:cNvPr id="124" name="Circle: Hollow 123">
            <a:extLst>
              <a:ext uri="{FF2B5EF4-FFF2-40B4-BE49-F238E27FC236}">
                <a16:creationId xmlns:a16="http://schemas.microsoft.com/office/drawing/2014/main" id="{FACE9F12-FC91-6F49-A8A3-71A938D8836A}"/>
              </a:ext>
            </a:extLst>
          </p:cNvPr>
          <p:cNvSpPr/>
          <p:nvPr/>
        </p:nvSpPr>
        <p:spPr>
          <a:xfrm>
            <a:off x="3908373" y="3168834"/>
            <a:ext cx="347133" cy="347133"/>
          </a:xfrm>
          <a:prstGeom prst="donu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5" name="Graphic 124" descr="Rubbish with solid fill">
            <a:extLst>
              <a:ext uri="{FF2B5EF4-FFF2-40B4-BE49-F238E27FC236}">
                <a16:creationId xmlns:a16="http://schemas.microsoft.com/office/drawing/2014/main" id="{F8BE4262-EFC9-62BE-42F0-06F18A91D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92327" y="3168844"/>
            <a:ext cx="325967" cy="325967"/>
          </a:xfrm>
          <a:prstGeom prst="rect">
            <a:avLst/>
          </a:prstGeom>
        </p:spPr>
      </p:pic>
      <p:pic>
        <p:nvPicPr>
          <p:cNvPr id="126" name="Graphic 125" descr="Pencil with solid fill">
            <a:extLst>
              <a:ext uri="{FF2B5EF4-FFF2-40B4-BE49-F238E27FC236}">
                <a16:creationId xmlns:a16="http://schemas.microsoft.com/office/drawing/2014/main" id="{00B4A8F3-C606-CC9E-F8F4-7E7609B61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06308" y="3183375"/>
            <a:ext cx="307200" cy="307200"/>
          </a:xfrm>
          <a:prstGeom prst="rect">
            <a:avLst/>
          </a:prstGeom>
        </p:spPr>
      </p:pic>
      <p:pic>
        <p:nvPicPr>
          <p:cNvPr id="128" name="Graphic 127" descr="Hamburger Menu Icon outline">
            <a:extLst>
              <a:ext uri="{FF2B5EF4-FFF2-40B4-BE49-F238E27FC236}">
                <a16:creationId xmlns:a16="http://schemas.microsoft.com/office/drawing/2014/main" id="{9AE42E38-EBFC-0306-96D9-08E09F59E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560238" y="3181541"/>
            <a:ext cx="312542" cy="312542"/>
          </a:xfrm>
          <a:prstGeom prst="rect">
            <a:avLst/>
          </a:prstGeom>
        </p:spPr>
      </p:pic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07B3863C-E5C7-E669-DFE2-66F27E42EF76}"/>
              </a:ext>
            </a:extLst>
          </p:cNvPr>
          <p:cNvSpPr/>
          <p:nvPr/>
        </p:nvSpPr>
        <p:spPr>
          <a:xfrm>
            <a:off x="3531608" y="3756477"/>
            <a:ext cx="7745509" cy="442762"/>
          </a:xfrm>
          <a:prstGeom prst="roundRect">
            <a:avLst>
              <a:gd name="adj" fmla="val 40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            Go shopping   |  Go to the super market to buy food</a:t>
            </a:r>
          </a:p>
        </p:txBody>
      </p:sp>
      <p:sp>
        <p:nvSpPr>
          <p:cNvPr id="132" name="Circle: Hollow 131">
            <a:extLst>
              <a:ext uri="{FF2B5EF4-FFF2-40B4-BE49-F238E27FC236}">
                <a16:creationId xmlns:a16="http://schemas.microsoft.com/office/drawing/2014/main" id="{BCDC6FBC-EE38-58CC-2322-42D7E9A69611}"/>
              </a:ext>
            </a:extLst>
          </p:cNvPr>
          <p:cNvSpPr/>
          <p:nvPr/>
        </p:nvSpPr>
        <p:spPr>
          <a:xfrm>
            <a:off x="3908373" y="3807955"/>
            <a:ext cx="347133" cy="347133"/>
          </a:xfrm>
          <a:prstGeom prst="donu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33" name="Graphic 132" descr="Rubbish with solid fill">
            <a:extLst>
              <a:ext uri="{FF2B5EF4-FFF2-40B4-BE49-F238E27FC236}">
                <a16:creationId xmlns:a16="http://schemas.microsoft.com/office/drawing/2014/main" id="{EBC86B7D-228B-044C-561E-ACBD9309C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92327" y="3807965"/>
            <a:ext cx="325967" cy="325967"/>
          </a:xfrm>
          <a:prstGeom prst="rect">
            <a:avLst/>
          </a:prstGeom>
        </p:spPr>
      </p:pic>
      <p:pic>
        <p:nvPicPr>
          <p:cNvPr id="134" name="Graphic 133" descr="Pencil with solid fill">
            <a:extLst>
              <a:ext uri="{FF2B5EF4-FFF2-40B4-BE49-F238E27FC236}">
                <a16:creationId xmlns:a16="http://schemas.microsoft.com/office/drawing/2014/main" id="{E4C31132-5944-F04C-929B-79DF51169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06308" y="3822496"/>
            <a:ext cx="307200" cy="307200"/>
          </a:xfrm>
          <a:prstGeom prst="rect">
            <a:avLst/>
          </a:prstGeom>
        </p:spPr>
      </p:pic>
      <p:pic>
        <p:nvPicPr>
          <p:cNvPr id="135" name="Graphic 134" descr="Hamburger Menu Icon outline">
            <a:extLst>
              <a:ext uri="{FF2B5EF4-FFF2-40B4-BE49-F238E27FC236}">
                <a16:creationId xmlns:a16="http://schemas.microsoft.com/office/drawing/2014/main" id="{6F7319F2-5618-62A8-0242-8EF2D9CB08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560238" y="3820662"/>
            <a:ext cx="312542" cy="312542"/>
          </a:xfrm>
          <a:prstGeom prst="rect">
            <a:avLst/>
          </a:prstGeom>
        </p:spPr>
      </p:pic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3701C865-6A55-94D3-666B-113583D8A6CD}"/>
              </a:ext>
            </a:extLst>
          </p:cNvPr>
          <p:cNvSpPr/>
          <p:nvPr/>
        </p:nvSpPr>
        <p:spPr>
          <a:xfrm>
            <a:off x="3531608" y="4447061"/>
            <a:ext cx="7745509" cy="442762"/>
          </a:xfrm>
          <a:prstGeom prst="roundRect">
            <a:avLst>
              <a:gd name="adj" fmla="val 40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2">
                    <a:lumMod val="75000"/>
                  </a:schemeClr>
                </a:solidFill>
              </a:rPr>
              <a:t>             Go shopping   |  Go to the super market to buy food</a:t>
            </a:r>
          </a:p>
        </p:txBody>
      </p:sp>
      <p:sp>
        <p:nvSpPr>
          <p:cNvPr id="142" name="Circle: Hollow 141">
            <a:extLst>
              <a:ext uri="{FF2B5EF4-FFF2-40B4-BE49-F238E27FC236}">
                <a16:creationId xmlns:a16="http://schemas.microsoft.com/office/drawing/2014/main" id="{84996279-E8B4-5259-BCB4-AAC48F79BDE1}"/>
              </a:ext>
            </a:extLst>
          </p:cNvPr>
          <p:cNvSpPr/>
          <p:nvPr/>
        </p:nvSpPr>
        <p:spPr>
          <a:xfrm>
            <a:off x="3908373" y="4498539"/>
            <a:ext cx="347133" cy="347133"/>
          </a:xfrm>
          <a:prstGeom prst="donu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43" name="Graphic 142" descr="Rubbish with solid fill">
            <a:extLst>
              <a:ext uri="{FF2B5EF4-FFF2-40B4-BE49-F238E27FC236}">
                <a16:creationId xmlns:a16="http://schemas.microsoft.com/office/drawing/2014/main" id="{208B2FCD-D922-8E00-69DB-B41D99846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92327" y="4498549"/>
            <a:ext cx="325967" cy="325967"/>
          </a:xfrm>
          <a:prstGeom prst="rect">
            <a:avLst/>
          </a:prstGeom>
        </p:spPr>
      </p:pic>
      <p:pic>
        <p:nvPicPr>
          <p:cNvPr id="144" name="Graphic 143" descr="Pencil with solid fill">
            <a:extLst>
              <a:ext uri="{FF2B5EF4-FFF2-40B4-BE49-F238E27FC236}">
                <a16:creationId xmlns:a16="http://schemas.microsoft.com/office/drawing/2014/main" id="{04FE2C1F-2456-6EC0-9ADC-1D99659C9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06308" y="4513080"/>
            <a:ext cx="307200" cy="307200"/>
          </a:xfrm>
          <a:prstGeom prst="rect">
            <a:avLst/>
          </a:prstGeom>
        </p:spPr>
      </p:pic>
      <p:pic>
        <p:nvPicPr>
          <p:cNvPr id="145" name="Graphic 144" descr="Hamburger Menu Icon outline">
            <a:extLst>
              <a:ext uri="{FF2B5EF4-FFF2-40B4-BE49-F238E27FC236}">
                <a16:creationId xmlns:a16="http://schemas.microsoft.com/office/drawing/2014/main" id="{EECAEF29-69FF-1FAC-EC64-A7FC66479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560238" y="4511246"/>
            <a:ext cx="312542" cy="31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47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76422-E4AD-A003-0626-D2DED7CFB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B132E1-8DE9-1BF7-EC74-AA07ED922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0C777-23CA-E6AC-9A8F-7F08070A64EE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954FB8-FC6C-4828-DFC5-0445E9C8400D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4564AFC-C702-D4D7-593B-8187588FE586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9F85710-02F5-4616-7221-44B56F500CA6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627EB00-B3E8-5060-BC7C-4276D1096ED5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D6193108-38D5-5551-B588-A793B7227B21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3E83CC9-3631-EEF0-52FF-ED100B241664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29925F-E2E7-67FE-47EE-2F9701803376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BA2F9DB-6A3A-6AB3-9A67-4BB48D457908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1192343-2D09-4D00-F60D-F09DFF5357ED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CAEF5BB6-EC0D-FBF6-CD64-7395899251BF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BC0C977-8599-C322-2AEA-12DB427CE780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F775447-5306-6CF0-16ED-203C754E15AA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6A21127-224B-644F-EE3A-CBA213079269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70C0FD-54D9-5753-5DF1-EC6F5A6DCAE0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0B9D501-9522-9D83-E708-BCB7E812DD7E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A9BD50-1E4C-9CED-65A4-F9F7763654B2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F7AF8F5-CA4A-FA3A-FAC9-228F15DE6A81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C44E4D6-438C-0D19-7DAF-4E708B10D5C2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CDDE4C1E-EF5F-68B4-9E54-914102EE026D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7A43A482-A51B-4E0F-C724-BEBA4C9F060F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FCE7CE25-C90B-4E4A-A45C-1B47817D45CC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A96D178-84A5-6DED-14B0-D44B182DEC5C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ABD8F3F-D4EE-A17A-6CB8-646B0A844440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FCC22CDB-F92E-0F6F-1FE6-302211040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BFE3C47F-FFB2-1C5C-299E-BB8232B716FF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9A73A4D0-3ADB-44FE-1578-1E330C21C3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EBACD762-31AF-4D21-68D9-D278827CE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5466E3B4-6E18-A037-5470-7AE9007030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025E8C06-F561-B8D9-3398-1311349E45CA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86A0EB-5F80-209B-E084-EAB47195B4DF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EC8134-B302-1D33-F424-8B77AB8FDE75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2FE378-D0CC-70B3-1512-D58705B1A650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8DE729F-F821-AE84-9D96-AEE967359C15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E37EE-6190-3779-F5EA-80132405AE0D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972CBF-6A23-5C87-2B02-B5E204997371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43EB8A4-FF67-ED86-971B-98CE528D51DA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A2E32D-A6F0-1E91-CB6F-3C934734282E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2453A89-38F2-A9CC-8C44-B803FAF1FD17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C76D92-5AFA-3516-1989-5C418C4C6EC8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C2D7A60D-DD57-AE7B-ADEC-92DC30E09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474111CD-EAFA-F265-0919-A652797FE7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0D906F73-9C85-B2ED-C332-9505EA2159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E69DD6CA-ECCB-78FD-2371-BF5B96FBB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7850C88C-E303-E792-E97B-58EC89DAB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9B08DB4-B829-C3A7-7D11-C9BDD5F813E5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A1CA238-5076-D36B-8E95-9B7EBBD792DA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3D3C7FCA-6C0F-AF1D-2DE5-12E6933A4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87F3FA00-BD01-AD21-B85C-60D524E1B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42792711-0441-CDA3-FC02-AA67C4C382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308D640E-809A-B543-FA40-03197C0DF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A17858DD-4C28-253E-C553-3C14039366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894B0C96-9881-F522-BAA0-5DBBC649B9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F3CBEC55-2E9F-6F04-749D-1194CC253F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CBD637DF-7886-4934-92A4-074B679E5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6F9ABD4-4AD4-5508-1341-C643B119CB91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A4B8805-1816-EB21-7B5A-F86F93F3222C}"/>
              </a:ext>
            </a:extLst>
          </p:cNvPr>
          <p:cNvSpPr txBox="1"/>
          <p:nvPr/>
        </p:nvSpPr>
        <p:spPr>
          <a:xfrm>
            <a:off x="2870494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Project board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2A182B1-D567-FA6A-9457-B27329E60DD2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This space is a project board with different types of available boards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3E771B4-B281-D7E0-E15F-118AA3429DDD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4C837686-A78E-C814-CCED-7D29D30449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6DED914-F545-D520-7B66-DAE184949175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20F1C70B-8AAD-2645-E316-3B10B527F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6991B4F5-CE33-4D0C-C9A4-099F474AE1AF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6E253B3-DD51-B09D-76F8-08D763D2F447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19DD3191-0FD6-F6AB-AB51-D949A53CA4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D9BC267F-5555-0C84-DDFB-FA9422C8A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A1327C95-5566-0E77-FF2D-0DDA4E18F454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172782DF-A780-90F6-ECEA-CF111AB1B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51BAACD-141B-5021-CF35-9111F2FA6185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70F2E9B4-06BC-9BF4-722F-E661EB8255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7F16FA08-1407-9A2C-5220-93FD735ED0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A7F88043-C8C8-817C-C936-4FBE4BD0CB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81662442-B27E-EB78-7C30-31BF757B42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6CA1DD9-A862-A0FA-DF59-7D6BB53EA2D5}"/>
              </a:ext>
            </a:extLst>
          </p:cNvPr>
          <p:cNvCxnSpPr>
            <a:cxnSpLocks/>
          </p:cNvCxnSpPr>
          <p:nvPr/>
        </p:nvCxnSpPr>
        <p:spPr>
          <a:xfrm flipV="1">
            <a:off x="11069673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24C090E-B653-7CC7-3B20-30B37439396F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5A56DFF-8E56-AAE0-9439-A08C3781B920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FB7FE18-E627-C0A6-2BB1-748024548C4A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37A2DC3F-28C4-B9AA-B473-8BBE6FA79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E8669947-A3C7-8CAB-038A-E8AE2489A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FD815819-4C45-3CCD-FC05-C7AB4EA89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01732" y="47704"/>
            <a:ext cx="639723" cy="639723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AF7591E7-750B-A411-4F60-B104322F48A4}"/>
              </a:ext>
            </a:extLst>
          </p:cNvPr>
          <p:cNvSpPr/>
          <p:nvPr/>
        </p:nvSpPr>
        <p:spPr>
          <a:xfrm>
            <a:off x="3100088" y="1892742"/>
            <a:ext cx="8583912" cy="46636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A19FC74-412B-6880-9CA5-FB161E683F02}"/>
              </a:ext>
            </a:extLst>
          </p:cNvPr>
          <p:cNvSpPr/>
          <p:nvPr/>
        </p:nvSpPr>
        <p:spPr>
          <a:xfrm>
            <a:off x="3112850" y="151580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To-do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24E8A996-18E8-8116-DA38-D3FCCA3644DE}"/>
              </a:ext>
            </a:extLst>
          </p:cNvPr>
          <p:cNvSpPr/>
          <p:nvPr/>
        </p:nvSpPr>
        <p:spPr>
          <a:xfrm>
            <a:off x="4514396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Kanban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2" name="Graphic 31" descr="Caret Up with solid fill">
            <a:extLst>
              <a:ext uri="{FF2B5EF4-FFF2-40B4-BE49-F238E27FC236}">
                <a16:creationId xmlns:a16="http://schemas.microsoft.com/office/drawing/2014/main" id="{1D849770-9608-FAFD-D4BA-E23BB0C6E0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5638917" y="1612646"/>
            <a:ext cx="185811" cy="185811"/>
          </a:xfrm>
          <a:prstGeom prst="rect">
            <a:avLst/>
          </a:prstGeom>
        </p:spPr>
      </p:pic>
      <p:pic>
        <p:nvPicPr>
          <p:cNvPr id="53" name="Graphic 52" descr="Caret Up with solid fill">
            <a:extLst>
              <a:ext uri="{FF2B5EF4-FFF2-40B4-BE49-F238E27FC236}">
                <a16:creationId xmlns:a16="http://schemas.microsoft.com/office/drawing/2014/main" id="{0693728B-EFAF-DDA1-39E7-969B6FBA3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4251335" y="1596749"/>
            <a:ext cx="185811" cy="185811"/>
          </a:xfrm>
          <a:prstGeom prst="rect">
            <a:avLst/>
          </a:prstGeom>
        </p:spPr>
      </p:pic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7BCEF5B6-3738-B40F-5687-3826401DA291}"/>
              </a:ext>
            </a:extLst>
          </p:cNvPr>
          <p:cNvSpPr/>
          <p:nvPr/>
        </p:nvSpPr>
        <p:spPr>
          <a:xfrm>
            <a:off x="5911605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Gantt Chart</a:t>
            </a:r>
          </a:p>
        </p:txBody>
      </p:sp>
      <p:pic>
        <p:nvPicPr>
          <p:cNvPr id="55" name="Graphic 54" descr="Caret Up with solid fill">
            <a:extLst>
              <a:ext uri="{FF2B5EF4-FFF2-40B4-BE49-F238E27FC236}">
                <a16:creationId xmlns:a16="http://schemas.microsoft.com/office/drawing/2014/main" id="{8D161221-B373-2F60-8FE5-84E61AAB5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7036126" y="1612646"/>
            <a:ext cx="185811" cy="185811"/>
          </a:xfrm>
          <a:prstGeom prst="rect">
            <a:avLst/>
          </a:prstGeom>
        </p:spPr>
      </p:pic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CBBF6C27-F3DB-F1F2-3F91-B2E9F2E465F0}"/>
              </a:ext>
            </a:extLst>
          </p:cNvPr>
          <p:cNvSpPr/>
          <p:nvPr/>
        </p:nvSpPr>
        <p:spPr>
          <a:xfrm>
            <a:off x="7345880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Calendar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0" name="Graphic 59" descr="Caret Up with solid fill">
            <a:extLst>
              <a:ext uri="{FF2B5EF4-FFF2-40B4-BE49-F238E27FC236}">
                <a16:creationId xmlns:a16="http://schemas.microsoft.com/office/drawing/2014/main" id="{125FDD06-82DA-C3F6-A74E-329DD74EB0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8470401" y="1612646"/>
            <a:ext cx="185811" cy="185811"/>
          </a:xfrm>
          <a:prstGeom prst="rect">
            <a:avLst/>
          </a:prstGeom>
        </p:spPr>
      </p:pic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7EB5545B-D6A4-38E2-B2D3-4E40F425C45A}"/>
              </a:ext>
            </a:extLst>
          </p:cNvPr>
          <p:cNvSpPr/>
          <p:nvPr/>
        </p:nvSpPr>
        <p:spPr>
          <a:xfrm>
            <a:off x="10200724" y="1521709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Table</a:t>
            </a:r>
          </a:p>
        </p:txBody>
      </p:sp>
      <p:pic>
        <p:nvPicPr>
          <p:cNvPr id="64" name="Graphic 63" descr="Caret Up with solid fill">
            <a:extLst>
              <a:ext uri="{FF2B5EF4-FFF2-40B4-BE49-F238E27FC236}">
                <a16:creationId xmlns:a16="http://schemas.microsoft.com/office/drawing/2014/main" id="{1FA623A8-C07B-07FD-6FD4-2F65B9193A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11325245" y="1608069"/>
            <a:ext cx="185811" cy="185811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4ADAAE0-7DC1-5E56-644D-B39F14A830D8}"/>
              </a:ext>
            </a:extLst>
          </p:cNvPr>
          <p:cNvCxnSpPr>
            <a:cxnSpLocks/>
          </p:cNvCxnSpPr>
          <p:nvPr/>
        </p:nvCxnSpPr>
        <p:spPr>
          <a:xfrm>
            <a:off x="3202771" y="2269469"/>
            <a:ext cx="8376422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Graphic 101" descr="Badge Follow with solid fill">
            <a:extLst>
              <a:ext uri="{FF2B5EF4-FFF2-40B4-BE49-F238E27FC236}">
                <a16:creationId xmlns:a16="http://schemas.microsoft.com/office/drawing/2014/main" id="{0FA5D805-11B7-82DC-285F-B1A32B564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200614" y="1884572"/>
            <a:ext cx="386991" cy="386991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D448F9-22D0-D5EE-265A-456A2359C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69754"/>
              </p:ext>
            </p:extLst>
          </p:nvPr>
        </p:nvGraphicFramePr>
        <p:xfrm>
          <a:off x="3165571" y="2348565"/>
          <a:ext cx="8394372" cy="41544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8124">
                  <a:extLst>
                    <a:ext uri="{9D8B030D-6E8A-4147-A177-3AD203B41FA5}">
                      <a16:colId xmlns:a16="http://schemas.microsoft.com/office/drawing/2014/main" val="3769401727"/>
                    </a:ext>
                  </a:extLst>
                </a:gridCol>
                <a:gridCol w="2798124">
                  <a:extLst>
                    <a:ext uri="{9D8B030D-6E8A-4147-A177-3AD203B41FA5}">
                      <a16:colId xmlns:a16="http://schemas.microsoft.com/office/drawing/2014/main" val="1068976099"/>
                    </a:ext>
                  </a:extLst>
                </a:gridCol>
                <a:gridCol w="2798124">
                  <a:extLst>
                    <a:ext uri="{9D8B030D-6E8A-4147-A177-3AD203B41FA5}">
                      <a16:colId xmlns:a16="http://schemas.microsoft.com/office/drawing/2014/main" val="3716054426"/>
                    </a:ext>
                  </a:extLst>
                </a:gridCol>
              </a:tblGrid>
              <a:tr h="41544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883354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39CABF-0C1F-7853-879E-07BFC1CE2885}"/>
              </a:ext>
            </a:extLst>
          </p:cNvPr>
          <p:cNvSpPr/>
          <p:nvPr/>
        </p:nvSpPr>
        <p:spPr>
          <a:xfrm>
            <a:off x="3236134" y="2426482"/>
            <a:ext cx="2675472" cy="3945935"/>
          </a:xfrm>
          <a:prstGeom prst="roundRect">
            <a:avLst>
              <a:gd name="adj" fmla="val 911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5D0961-8496-0EAF-6CCE-6B9D044CEB1C}"/>
              </a:ext>
            </a:extLst>
          </p:cNvPr>
          <p:cNvSpPr/>
          <p:nvPr/>
        </p:nvSpPr>
        <p:spPr>
          <a:xfrm>
            <a:off x="6022397" y="2423819"/>
            <a:ext cx="2675472" cy="3945935"/>
          </a:xfrm>
          <a:prstGeom prst="roundRect">
            <a:avLst>
              <a:gd name="adj" fmla="val 911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AF1B233-FA8F-E35A-8C56-FF453B3987A1}"/>
              </a:ext>
            </a:extLst>
          </p:cNvPr>
          <p:cNvSpPr/>
          <p:nvPr/>
        </p:nvSpPr>
        <p:spPr>
          <a:xfrm>
            <a:off x="8783582" y="2431875"/>
            <a:ext cx="2675472" cy="3945935"/>
          </a:xfrm>
          <a:prstGeom prst="roundRect">
            <a:avLst>
              <a:gd name="adj" fmla="val 9112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3A07ED0-BD50-F8E3-A587-0DFEBF6E47C4}"/>
              </a:ext>
            </a:extLst>
          </p:cNvPr>
          <p:cNvSpPr/>
          <p:nvPr/>
        </p:nvSpPr>
        <p:spPr>
          <a:xfrm>
            <a:off x="3342751" y="2849082"/>
            <a:ext cx="2470908" cy="4042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Create feasibility report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C9C335E-1643-F5D0-1A88-DF67DEB27791}"/>
              </a:ext>
            </a:extLst>
          </p:cNvPr>
          <p:cNvSpPr/>
          <p:nvPr/>
        </p:nvSpPr>
        <p:spPr>
          <a:xfrm>
            <a:off x="3353928" y="3367043"/>
            <a:ext cx="2470908" cy="4042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Create diagrams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940E2FE-40FF-D7FA-4EBC-DD79808E9052}"/>
              </a:ext>
            </a:extLst>
          </p:cNvPr>
          <p:cNvSpPr/>
          <p:nvPr/>
        </p:nvSpPr>
        <p:spPr>
          <a:xfrm>
            <a:off x="3356563" y="3896492"/>
            <a:ext cx="2470908" cy="4042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Create feasibility report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3F46F90-EF59-0610-7AB7-1425849FEE52}"/>
              </a:ext>
            </a:extLst>
          </p:cNvPr>
          <p:cNvCxnSpPr>
            <a:cxnSpLocks/>
          </p:cNvCxnSpPr>
          <p:nvPr/>
        </p:nvCxnSpPr>
        <p:spPr>
          <a:xfrm>
            <a:off x="3280833" y="2785533"/>
            <a:ext cx="2563284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5BBCF23-C9CF-2398-D91A-89A10CC999CF}"/>
              </a:ext>
            </a:extLst>
          </p:cNvPr>
          <p:cNvSpPr txBox="1"/>
          <p:nvPr/>
        </p:nvSpPr>
        <p:spPr>
          <a:xfrm>
            <a:off x="3416301" y="2426482"/>
            <a:ext cx="2341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Backlog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A43D1A9-06F1-EAF5-E4C5-9CD94BBB87FE}"/>
              </a:ext>
            </a:extLst>
          </p:cNvPr>
          <p:cNvCxnSpPr>
            <a:cxnSpLocks/>
          </p:cNvCxnSpPr>
          <p:nvPr/>
        </p:nvCxnSpPr>
        <p:spPr>
          <a:xfrm>
            <a:off x="6096000" y="2847451"/>
            <a:ext cx="2563284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36F58BE6-070E-6F39-E0E4-521E1424C391}"/>
              </a:ext>
            </a:extLst>
          </p:cNvPr>
          <p:cNvSpPr txBox="1"/>
          <p:nvPr/>
        </p:nvSpPr>
        <p:spPr>
          <a:xfrm>
            <a:off x="6231468" y="2488400"/>
            <a:ext cx="2341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In Progress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FAD69A8-13E5-3A03-1D48-383C0C000DF5}"/>
              </a:ext>
            </a:extLst>
          </p:cNvPr>
          <p:cNvCxnSpPr>
            <a:cxnSpLocks/>
          </p:cNvCxnSpPr>
          <p:nvPr/>
        </p:nvCxnSpPr>
        <p:spPr>
          <a:xfrm>
            <a:off x="8840022" y="2855458"/>
            <a:ext cx="2563284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22DA90E-AD9C-087F-386A-4F9331997A1F}"/>
              </a:ext>
            </a:extLst>
          </p:cNvPr>
          <p:cNvSpPr txBox="1"/>
          <p:nvPr/>
        </p:nvSpPr>
        <p:spPr>
          <a:xfrm>
            <a:off x="8975490" y="2496407"/>
            <a:ext cx="2341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Completed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1F409D59-2D35-D9FC-D126-4BC956604E7A}"/>
              </a:ext>
            </a:extLst>
          </p:cNvPr>
          <p:cNvSpPr/>
          <p:nvPr/>
        </p:nvSpPr>
        <p:spPr>
          <a:xfrm>
            <a:off x="6134275" y="2952451"/>
            <a:ext cx="2470908" cy="4042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Design a colour scheme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A1B3CF3C-B9B8-D815-B92F-E101BC9EBDA5}"/>
              </a:ext>
            </a:extLst>
          </p:cNvPr>
          <p:cNvSpPr/>
          <p:nvPr/>
        </p:nvSpPr>
        <p:spPr>
          <a:xfrm>
            <a:off x="8877475" y="2965151"/>
            <a:ext cx="2470908" cy="4042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Design a colour scheme</a:t>
            </a:r>
          </a:p>
        </p:txBody>
      </p:sp>
    </p:spTree>
    <p:extLst>
      <p:ext uri="{BB962C8B-B14F-4D97-AF65-F5344CB8AC3E}">
        <p14:creationId xmlns:p14="http://schemas.microsoft.com/office/powerpoint/2010/main" val="3224304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4A3D-FBAD-BD20-176C-1CC7F9631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D40F4A-1003-361E-2815-482EE2E693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6E7D5-00D1-0151-6744-2084987C0EDD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FF6113-7486-BF9D-470E-6A2194BFBEDF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DBC93F-DA7F-1D35-2AD3-4A289E48296D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C89D08A-F41C-896C-9B3C-2A0C8A59F756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15EB8B1-C062-3B2C-F0F5-6F1361C8368E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90A0FDF0-C583-01CA-8EC2-D46D32B5E697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9C609D5-723E-394C-BE94-4AE172D16550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95EFEF-17D4-705A-0AED-9288B15DB00E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E912CE-4B2F-4FBD-6AC0-DCEDAD1A346A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663E2EA-1DBB-167D-8C00-95BCCD4C57E9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DA87F0E9-9BB4-5425-DB32-0798F0749E0B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BAD8D6B-6CA5-4DB8-29FA-F294CE41209E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F0C918D-5BBB-0321-7E75-D0E76C832425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2B95CCE-D89A-64F9-496A-C12FD7A405EE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BB14B1-656B-A85A-E759-87DFCC49D02C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DCF70DF-2B3F-ADE1-4212-4330E6AD4FF4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3A2F0F5-9ADC-5841-4EAF-DEEAC4E47D79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A64F7EB-382B-C681-7777-6222AA684990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FB0CCFA-C1B0-2567-A3E0-23991855B346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7E9D1129-1454-5D83-248A-6F20FC44E97A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1AEFB39E-17D2-2E2A-71BE-8D739061EA27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AA974F91-FBD5-22BF-3E62-DE1DEE4A7A1C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F92370A-F9AF-450C-C16B-39AD4E57082A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E983407-CE52-4AF2-8D1B-107E14C85631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B73B7653-5062-9DF6-B89A-080B69AA2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D7651532-BA99-A57A-03FA-B932C0515067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474EF20B-C18A-825E-7773-7EDB100EF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F307A389-2D6E-B152-06B0-04D04E263F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BFC9D501-7751-88C3-7350-5528ED0F4C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C3A489D1-844E-3863-D12A-E76297CAF1E2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CA77F9-108B-7468-9AAD-EA40A2594AA7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BC1694-E35D-5FCC-ABC5-34AC797BBF3A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AEB581-5BF8-5F5D-ACE3-502A98AEB2FE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8C5BA11-E0FB-2ED8-0F9A-AB7CE1FEC360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1D4E03-C235-F773-3B77-A0C11914F86C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0E6C0F-9C65-24BB-C8CC-40DFB0C71D0A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E6FC932-7EFD-2FBF-4B0B-3AC6DC9E4C94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895EA3-096C-88BB-C496-E0D232BA1948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A377135-241A-704F-63A4-53A15322D629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C5AEC4-6B12-BB77-434C-9D050931654F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571B0CD7-0C70-9A51-D3A3-6CE1518B9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77C11C93-8B27-2E3B-463A-676B298EA9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08718A0D-E4DB-FDA0-D80C-0E24E92DF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5579B1E1-188F-6219-1C71-873C91396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6F76AD48-8C42-0F64-0826-902F40A9DA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DB59C2B-FBBE-EAF4-B489-0A7F1692841B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DB160C2-930D-5EED-5B45-1EEBD21D9326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DDDCEFCE-53B3-3E8E-A0CE-75D6323649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29C76543-6991-57A2-DA5F-734075F71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60C72CCF-21A5-4299-5146-98E828358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13A3F5AB-4ED7-38F7-2037-00583F7D7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8043EE3D-3600-6AE9-320F-1F83E0C19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0A1DF257-082C-EF35-82D7-521C2864C8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3070A534-E671-76A9-663A-FFF426C49A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44FFC7DA-8654-EE5B-AF40-D5A5BC812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17B98D2-3C3F-DB79-A7FB-8AC1946118E1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92986CB-4833-DBE3-C5E6-63FA2B4BF956}"/>
              </a:ext>
            </a:extLst>
          </p:cNvPr>
          <p:cNvSpPr txBox="1"/>
          <p:nvPr/>
        </p:nvSpPr>
        <p:spPr>
          <a:xfrm>
            <a:off x="2870494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Project board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1B5B142-2706-19E2-0E51-46970BBE97D3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This space is a project board with different types of available boards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0ED8296-E3E6-10B7-7B57-66F04EFE323A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4771DCD2-B70F-18DD-2374-C5B9EF9C3D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C16100C-5A73-9065-256C-14E434E474EA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27DE4F63-6DAD-6AC6-0300-FE18432CA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92162569-ED3A-AA55-C116-AD48A6097FBE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2980C06-581F-342B-189D-F76C9CDC32CF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9B2D2E00-3F65-620A-0F20-ADD142DA3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DA168E66-4BA6-487D-8947-39EBD07D7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2F14DD16-3479-B586-CD36-84FAEB86E20D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FAB9167F-8F77-D5B4-8C1B-1DDA4B7607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3A18B08-FAFA-E624-5610-F79708CFA4B5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F92E1F9D-97A5-843F-089D-BCD96B892E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B0E9A9E5-EE79-D252-293C-99BC83435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9B6EE9CF-8C66-72E3-0F94-B6F5DA0F7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EFF4B27F-FFAF-7136-E966-765D8949EE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1271E19-6E28-A2CC-EE6D-226D99174DA1}"/>
              </a:ext>
            </a:extLst>
          </p:cNvPr>
          <p:cNvCxnSpPr>
            <a:cxnSpLocks/>
          </p:cNvCxnSpPr>
          <p:nvPr/>
        </p:nvCxnSpPr>
        <p:spPr>
          <a:xfrm flipV="1">
            <a:off x="11069673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CA45CF3-CAB6-FAA4-D2FF-56BFC19B0BA6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38682D4-BB4A-52BA-F3F0-9031A73FEA3F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05478C4-C009-EBC0-91C4-B11CD21FB9F4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FD9C40B3-86EF-CE18-E187-12F3E8B7E2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76AA4F69-CC3C-A2AC-B4EB-DCF2EFB743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919F5D62-BC3D-902C-3E62-FB82C9A1B5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01732" y="47704"/>
            <a:ext cx="639723" cy="639723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EA45DD8F-2B37-DE1B-4D7E-20DA76F8020C}"/>
              </a:ext>
            </a:extLst>
          </p:cNvPr>
          <p:cNvSpPr/>
          <p:nvPr/>
        </p:nvSpPr>
        <p:spPr>
          <a:xfrm>
            <a:off x="3100088" y="1892742"/>
            <a:ext cx="8583912" cy="46636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239AA35F-7FE8-A211-258B-60D1E7016044}"/>
              </a:ext>
            </a:extLst>
          </p:cNvPr>
          <p:cNvSpPr/>
          <p:nvPr/>
        </p:nvSpPr>
        <p:spPr>
          <a:xfrm>
            <a:off x="3112850" y="151580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To-do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19FDFA5C-52A9-6F07-46E7-FDD02EC7F69D}"/>
              </a:ext>
            </a:extLst>
          </p:cNvPr>
          <p:cNvSpPr/>
          <p:nvPr/>
        </p:nvSpPr>
        <p:spPr>
          <a:xfrm>
            <a:off x="4514396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Kanban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2" name="Graphic 31" descr="Caret Up with solid fill">
            <a:extLst>
              <a:ext uri="{FF2B5EF4-FFF2-40B4-BE49-F238E27FC236}">
                <a16:creationId xmlns:a16="http://schemas.microsoft.com/office/drawing/2014/main" id="{B979131D-4F02-DD57-8CD9-50CFD6527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5638917" y="1612646"/>
            <a:ext cx="185811" cy="185811"/>
          </a:xfrm>
          <a:prstGeom prst="rect">
            <a:avLst/>
          </a:prstGeom>
        </p:spPr>
      </p:pic>
      <p:pic>
        <p:nvPicPr>
          <p:cNvPr id="53" name="Graphic 52" descr="Caret Up with solid fill">
            <a:extLst>
              <a:ext uri="{FF2B5EF4-FFF2-40B4-BE49-F238E27FC236}">
                <a16:creationId xmlns:a16="http://schemas.microsoft.com/office/drawing/2014/main" id="{1AFA9802-96E3-3FB3-ABD8-A045E6E56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4251335" y="1596749"/>
            <a:ext cx="185811" cy="185811"/>
          </a:xfrm>
          <a:prstGeom prst="rect">
            <a:avLst/>
          </a:prstGeom>
        </p:spPr>
      </p:pic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B8181FA9-C72A-979B-44FE-54E7F9E7CC89}"/>
              </a:ext>
            </a:extLst>
          </p:cNvPr>
          <p:cNvSpPr/>
          <p:nvPr/>
        </p:nvSpPr>
        <p:spPr>
          <a:xfrm>
            <a:off x="5911605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Gantt Chart</a:t>
            </a:r>
          </a:p>
        </p:txBody>
      </p:sp>
      <p:pic>
        <p:nvPicPr>
          <p:cNvPr id="55" name="Graphic 54" descr="Caret Up with solid fill">
            <a:extLst>
              <a:ext uri="{FF2B5EF4-FFF2-40B4-BE49-F238E27FC236}">
                <a16:creationId xmlns:a16="http://schemas.microsoft.com/office/drawing/2014/main" id="{02B56108-1707-28EA-473D-99458EBB9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7036126" y="1612646"/>
            <a:ext cx="185811" cy="185811"/>
          </a:xfrm>
          <a:prstGeom prst="rect">
            <a:avLst/>
          </a:prstGeom>
        </p:spPr>
      </p:pic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B71D39B5-9556-B86A-A913-B2E069D364AC}"/>
              </a:ext>
            </a:extLst>
          </p:cNvPr>
          <p:cNvSpPr/>
          <p:nvPr/>
        </p:nvSpPr>
        <p:spPr>
          <a:xfrm>
            <a:off x="7345880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Calendar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0" name="Graphic 59" descr="Caret Up with solid fill">
            <a:extLst>
              <a:ext uri="{FF2B5EF4-FFF2-40B4-BE49-F238E27FC236}">
                <a16:creationId xmlns:a16="http://schemas.microsoft.com/office/drawing/2014/main" id="{A18CF916-D7E1-E50D-B4CF-55C2A01A3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8470401" y="1612646"/>
            <a:ext cx="185811" cy="185811"/>
          </a:xfrm>
          <a:prstGeom prst="rect">
            <a:avLst/>
          </a:prstGeom>
        </p:spPr>
      </p:pic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9121D4A6-61F3-D3A5-46AB-B0804AFAF5DB}"/>
              </a:ext>
            </a:extLst>
          </p:cNvPr>
          <p:cNvSpPr/>
          <p:nvPr/>
        </p:nvSpPr>
        <p:spPr>
          <a:xfrm>
            <a:off x="10200724" y="1521709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Table</a:t>
            </a:r>
          </a:p>
        </p:txBody>
      </p:sp>
      <p:pic>
        <p:nvPicPr>
          <p:cNvPr id="64" name="Graphic 63" descr="Caret Up with solid fill">
            <a:extLst>
              <a:ext uri="{FF2B5EF4-FFF2-40B4-BE49-F238E27FC236}">
                <a16:creationId xmlns:a16="http://schemas.microsoft.com/office/drawing/2014/main" id="{43DC6BBC-389B-F898-6E63-EBEB63B0D8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11325245" y="1608069"/>
            <a:ext cx="185811" cy="185811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44B2AAE-0E49-B6DD-A164-189547B67103}"/>
              </a:ext>
            </a:extLst>
          </p:cNvPr>
          <p:cNvCxnSpPr>
            <a:cxnSpLocks/>
          </p:cNvCxnSpPr>
          <p:nvPr/>
        </p:nvCxnSpPr>
        <p:spPr>
          <a:xfrm>
            <a:off x="3202771" y="2269469"/>
            <a:ext cx="8376422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Graphic 101" descr="Badge Follow with solid fill">
            <a:extLst>
              <a:ext uri="{FF2B5EF4-FFF2-40B4-BE49-F238E27FC236}">
                <a16:creationId xmlns:a16="http://schemas.microsoft.com/office/drawing/2014/main" id="{52D6E6B2-5E13-CFB8-6F9E-0223E1EAA8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200614" y="1884572"/>
            <a:ext cx="386991" cy="386991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92DB605-E98C-EA12-C8E5-FAA23F75391C}"/>
              </a:ext>
            </a:extLst>
          </p:cNvPr>
          <p:cNvGraphicFramePr>
            <a:graphicFrameLocks noGrp="1"/>
          </p:cNvGraphicFramePr>
          <p:nvPr/>
        </p:nvGraphicFramePr>
        <p:xfrm>
          <a:off x="3165571" y="2348565"/>
          <a:ext cx="8394372" cy="41544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8124">
                  <a:extLst>
                    <a:ext uri="{9D8B030D-6E8A-4147-A177-3AD203B41FA5}">
                      <a16:colId xmlns:a16="http://schemas.microsoft.com/office/drawing/2014/main" val="3769401727"/>
                    </a:ext>
                  </a:extLst>
                </a:gridCol>
                <a:gridCol w="2798124">
                  <a:extLst>
                    <a:ext uri="{9D8B030D-6E8A-4147-A177-3AD203B41FA5}">
                      <a16:colId xmlns:a16="http://schemas.microsoft.com/office/drawing/2014/main" val="1068976099"/>
                    </a:ext>
                  </a:extLst>
                </a:gridCol>
                <a:gridCol w="2798124">
                  <a:extLst>
                    <a:ext uri="{9D8B030D-6E8A-4147-A177-3AD203B41FA5}">
                      <a16:colId xmlns:a16="http://schemas.microsoft.com/office/drawing/2014/main" val="3716054426"/>
                    </a:ext>
                  </a:extLst>
                </a:gridCol>
              </a:tblGrid>
              <a:tr h="41544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883354"/>
                  </a:ext>
                </a:extLst>
              </a:tr>
            </a:tbl>
          </a:graphicData>
        </a:graphic>
      </p:graphicFrame>
      <p:pic>
        <p:nvPicPr>
          <p:cNvPr id="11" name="Graphic 10" descr="Single gear with solid fill">
            <a:extLst>
              <a:ext uri="{FF2B5EF4-FFF2-40B4-BE49-F238E27FC236}">
                <a16:creationId xmlns:a16="http://schemas.microsoft.com/office/drawing/2014/main" id="{066E6F8A-CED8-BA94-8C66-1F4A73581B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14633" y="1893348"/>
            <a:ext cx="369341" cy="369341"/>
          </a:xfrm>
          <a:prstGeom prst="rect">
            <a:avLst/>
          </a:prstGeom>
        </p:spPr>
      </p:pic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00C3E656-7D2D-1AD9-DC41-629E1E351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565720"/>
              </p:ext>
            </p:extLst>
          </p:nvPr>
        </p:nvGraphicFramePr>
        <p:xfrm>
          <a:off x="3164367" y="2369651"/>
          <a:ext cx="8448792" cy="4133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08132">
                  <a:extLst>
                    <a:ext uri="{9D8B030D-6E8A-4147-A177-3AD203B41FA5}">
                      <a16:colId xmlns:a16="http://schemas.microsoft.com/office/drawing/2014/main" val="2332600648"/>
                    </a:ext>
                  </a:extLst>
                </a:gridCol>
                <a:gridCol w="1408132">
                  <a:extLst>
                    <a:ext uri="{9D8B030D-6E8A-4147-A177-3AD203B41FA5}">
                      <a16:colId xmlns:a16="http://schemas.microsoft.com/office/drawing/2014/main" val="816751165"/>
                    </a:ext>
                  </a:extLst>
                </a:gridCol>
                <a:gridCol w="1408132">
                  <a:extLst>
                    <a:ext uri="{9D8B030D-6E8A-4147-A177-3AD203B41FA5}">
                      <a16:colId xmlns:a16="http://schemas.microsoft.com/office/drawing/2014/main" val="1700875891"/>
                    </a:ext>
                  </a:extLst>
                </a:gridCol>
                <a:gridCol w="1408132">
                  <a:extLst>
                    <a:ext uri="{9D8B030D-6E8A-4147-A177-3AD203B41FA5}">
                      <a16:colId xmlns:a16="http://schemas.microsoft.com/office/drawing/2014/main" val="1257536000"/>
                    </a:ext>
                  </a:extLst>
                </a:gridCol>
                <a:gridCol w="1408132">
                  <a:extLst>
                    <a:ext uri="{9D8B030D-6E8A-4147-A177-3AD203B41FA5}">
                      <a16:colId xmlns:a16="http://schemas.microsoft.com/office/drawing/2014/main" val="2194430623"/>
                    </a:ext>
                  </a:extLst>
                </a:gridCol>
                <a:gridCol w="1408132">
                  <a:extLst>
                    <a:ext uri="{9D8B030D-6E8A-4147-A177-3AD203B41FA5}">
                      <a16:colId xmlns:a16="http://schemas.microsoft.com/office/drawing/2014/main" val="2327363045"/>
                    </a:ext>
                  </a:extLst>
                </a:gridCol>
              </a:tblGrid>
              <a:tr h="413332">
                <a:tc>
                  <a:txBody>
                    <a:bodyPr/>
                    <a:lstStyle/>
                    <a:p>
                      <a:r>
                        <a:rPr lang="en-GB" dirty="0"/>
                        <a:t>Timeline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Jan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Feb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Mar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Apr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May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857688"/>
                  </a:ext>
                </a:extLst>
              </a:tr>
              <a:tr h="413332">
                <a:tc>
                  <a:txBody>
                    <a:bodyPr/>
                    <a:lstStyle/>
                    <a:p>
                      <a:r>
                        <a:rPr lang="en-GB" dirty="0"/>
                        <a:t>Task 1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958848"/>
                  </a:ext>
                </a:extLst>
              </a:tr>
              <a:tr h="413332">
                <a:tc>
                  <a:txBody>
                    <a:bodyPr/>
                    <a:lstStyle/>
                    <a:p>
                      <a:r>
                        <a:rPr lang="en-GB" dirty="0"/>
                        <a:t>Task 2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42024"/>
                  </a:ext>
                </a:extLst>
              </a:tr>
              <a:tr h="413332">
                <a:tc>
                  <a:txBody>
                    <a:bodyPr/>
                    <a:lstStyle/>
                    <a:p>
                      <a:r>
                        <a:rPr lang="en-GB" dirty="0"/>
                        <a:t>Task 3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776833"/>
                  </a:ext>
                </a:extLst>
              </a:tr>
              <a:tr h="4133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071018"/>
                  </a:ext>
                </a:extLst>
              </a:tr>
              <a:tr h="4133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82481"/>
                  </a:ext>
                </a:extLst>
              </a:tr>
              <a:tr h="4133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395394"/>
                  </a:ext>
                </a:extLst>
              </a:tr>
              <a:tr h="4133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005896"/>
                  </a:ext>
                </a:extLst>
              </a:tr>
              <a:tr h="4133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655940"/>
                  </a:ext>
                </a:extLst>
              </a:tr>
              <a:tr h="41333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250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730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E26E-FB26-6CB8-A569-C5031B3A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B20D61-AE94-9A03-593E-4F2C2E76E2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1A470E-ADF5-4676-A1BD-B6677A156FB9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0856FC-F755-EBAD-A45E-10F0B3F536A3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B8FB9E-8AE0-059E-6D93-7DB4B1F36810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4A69F51-F1C4-ED81-C41C-5045A7C8C1D0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E1DB45-019E-EBA9-2A18-092B12807E27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330E536A-DFC7-21AB-8876-FC19FC663F7A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59DE14-FD95-EFC2-E9D0-E825B13305C2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D316DD-577D-CA70-7024-95BAA5C95317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B5321B1-3B34-6438-59D3-64E9802F6855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BEF4D15-23BF-BFFF-A1A6-850A0B1AC800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5210A6AF-B7B3-6E7F-E68C-07FF2E08B9FC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EF44153-2BC1-5FB6-B439-CD943891CA0D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ABCCCAE-DE91-20C5-43EC-5D6C51885EBA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95CB944-0022-9F50-DF88-47E7E44667AE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2E49AFB-0EE9-5EC5-2559-9FE0FBD4FF13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9729389-0CE2-F405-7443-A3EE32F63B7C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3D2B8BB-D728-715D-E4A4-5E90CD7B502C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69779BA-AD09-AE1E-6F9D-849DC98D0806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E588C5B-EC8C-B4A3-F80F-EC7C86311675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837914F0-6ADC-4E40-9F40-4EA5D83DEACE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E0EFE350-2960-709F-5EB3-351EAA26A985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9C62EF0C-81CC-FDCB-80DC-86E9DF2ECC42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F3ED53D-56CE-DEFD-D722-2D5A223FF677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6CEC440-B558-606F-E5B1-302F69D1AFC9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FEEEA23B-AE84-E187-8ED6-E98F0DC1E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DB02011D-5582-F333-BFF1-DCEE0EEBCA60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BB77DC8A-F1DE-3427-4DBC-6A1BC57F6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1FC3AC74-2914-A176-9361-65B8208AED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174975C2-22E0-994C-7128-40C903488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5484EFCD-3B81-BCCC-39BC-38CAFC9313E1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0376D-3219-C28E-9569-E34393EC73B1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7C5D36-A4FF-2567-821C-18353B12D3DF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29D193-E78D-AF25-1A0E-4B9690F99F89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5A1178-E309-CAF0-9ACA-F0F666FB38D3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F73E1-DFBB-9076-B612-8871CA44CFB7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77ABEA-D7CD-B8FD-0154-F7623188DE3E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E60E0ED-8CAB-24D5-721B-54203DD04B8B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EBCFF41-EBBB-ADAD-167B-99DA1193BDEF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0169477-D9C4-99B2-C0E6-98C3143D47E9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7FD96E-6519-7842-A38A-689B3CAA93E7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D6133D00-349F-B8B4-CB5C-C2EAD905B2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1982AB72-6BA8-07A6-339C-63AC76EE60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66CA3A92-BE9A-85FF-FE14-C082C9159A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BEB834F0-C2A0-20F6-6F71-CA07CE8CE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C70058C3-5077-1CDF-5A33-D51B298954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A871916-7691-3EE2-50BC-29F7685F8192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CC996BD-7129-9AA5-06CF-C60B0A3A29EE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7FC0DF4C-38BE-159F-F839-52DBA3C18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036AF075-1B4E-7A71-4F63-B5B109C63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66044492-055C-FF62-887C-778EC41E4A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2E2DE63D-DFB0-DCA3-A208-5B2B4CD72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CF786D9A-D024-5535-626E-279E131186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0F94E146-C0F7-4ADC-49B8-5D6CC8B99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F1F32DD4-B867-821F-F2EB-2C30F0BB4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AD099CED-73CC-7DCB-E29D-87D1C4762D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79AF777-5296-7CE5-85C0-9C02C751A9C9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49A94C4-F040-5329-E2C6-F247E35DB15B}"/>
              </a:ext>
            </a:extLst>
          </p:cNvPr>
          <p:cNvSpPr txBox="1"/>
          <p:nvPr/>
        </p:nvSpPr>
        <p:spPr>
          <a:xfrm>
            <a:off x="2870494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Project board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17159A2-8485-7F15-D68F-623BF0347E08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This space is a project board with different types of available boards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E414997-615E-7F7A-3B42-E7D3CACFB1A8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BC6E5EDD-D7BB-791C-092C-9424F270C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19F2729-D704-559A-781E-9D8CF090D325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FB81562C-4107-9452-D34D-3EE90D076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2B992A1-CED0-CE2B-F06D-5206FD6FDA15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140CF49-EFCB-2A74-DD11-FD63B3820C40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ADFBA22C-5752-FA4E-6ED0-14E3698EA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7211A575-C6E1-1DFF-D56F-DBE345635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ECBA157E-E507-410F-0F79-8A2981011074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04C08EE4-B904-8289-3D77-CA52FE370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403EB5C-A530-6B7C-F2A3-4BF03AEDC5E1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E441DF46-24BB-707C-0C8B-7BD0C3D80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79476948-0048-D600-E241-908A5EA21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56342246-BA53-E6D2-605E-AE96C4F61A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9F83819F-3671-0CC1-067B-6381FB222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583FADE-0CB0-E828-3C85-7CC8C873D989}"/>
              </a:ext>
            </a:extLst>
          </p:cNvPr>
          <p:cNvCxnSpPr>
            <a:cxnSpLocks/>
          </p:cNvCxnSpPr>
          <p:nvPr/>
        </p:nvCxnSpPr>
        <p:spPr>
          <a:xfrm flipV="1">
            <a:off x="11069673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3972853-7DFF-F24E-C86D-8CFC241CC850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94CE763-1997-A874-B438-ECAE006EDA9C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5611E98-08C7-B475-8815-96759D42A897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9AE3F44A-034A-92C7-2255-4F360896C1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9739038C-2178-E9F7-679E-6F1613CCF9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369C17A2-399A-7A3C-8839-DDB11CE94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01732" y="47704"/>
            <a:ext cx="639723" cy="639723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AD90AC23-0F91-3C51-42CC-CC03802E6D90}"/>
              </a:ext>
            </a:extLst>
          </p:cNvPr>
          <p:cNvSpPr/>
          <p:nvPr/>
        </p:nvSpPr>
        <p:spPr>
          <a:xfrm>
            <a:off x="3100088" y="1892742"/>
            <a:ext cx="8583912" cy="46636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70106B3-603B-9782-F2F8-993E7DF820CE}"/>
              </a:ext>
            </a:extLst>
          </p:cNvPr>
          <p:cNvSpPr/>
          <p:nvPr/>
        </p:nvSpPr>
        <p:spPr>
          <a:xfrm>
            <a:off x="3112850" y="151580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To-do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7F8D8530-DD6C-FCA7-59E7-9877D3646968}"/>
              </a:ext>
            </a:extLst>
          </p:cNvPr>
          <p:cNvSpPr/>
          <p:nvPr/>
        </p:nvSpPr>
        <p:spPr>
          <a:xfrm>
            <a:off x="4514396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Kanban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2" name="Graphic 31" descr="Caret Up with solid fill">
            <a:extLst>
              <a:ext uri="{FF2B5EF4-FFF2-40B4-BE49-F238E27FC236}">
                <a16:creationId xmlns:a16="http://schemas.microsoft.com/office/drawing/2014/main" id="{AEBDBB38-7B81-7A19-3825-796F2B7A4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5638917" y="1612646"/>
            <a:ext cx="185811" cy="185811"/>
          </a:xfrm>
          <a:prstGeom prst="rect">
            <a:avLst/>
          </a:prstGeom>
        </p:spPr>
      </p:pic>
      <p:pic>
        <p:nvPicPr>
          <p:cNvPr id="53" name="Graphic 52" descr="Caret Up with solid fill">
            <a:extLst>
              <a:ext uri="{FF2B5EF4-FFF2-40B4-BE49-F238E27FC236}">
                <a16:creationId xmlns:a16="http://schemas.microsoft.com/office/drawing/2014/main" id="{3E7E90EF-84A4-A64E-2C94-321FA5BD21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4251335" y="1596749"/>
            <a:ext cx="185811" cy="185811"/>
          </a:xfrm>
          <a:prstGeom prst="rect">
            <a:avLst/>
          </a:prstGeom>
        </p:spPr>
      </p:pic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D36A35CF-E185-5F70-26EF-AE3B99E16D29}"/>
              </a:ext>
            </a:extLst>
          </p:cNvPr>
          <p:cNvSpPr/>
          <p:nvPr/>
        </p:nvSpPr>
        <p:spPr>
          <a:xfrm>
            <a:off x="5911605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Gantt Chart</a:t>
            </a:r>
          </a:p>
        </p:txBody>
      </p:sp>
      <p:pic>
        <p:nvPicPr>
          <p:cNvPr id="55" name="Graphic 54" descr="Caret Up with solid fill">
            <a:extLst>
              <a:ext uri="{FF2B5EF4-FFF2-40B4-BE49-F238E27FC236}">
                <a16:creationId xmlns:a16="http://schemas.microsoft.com/office/drawing/2014/main" id="{B22514E2-260C-4AB3-7466-5BF5D064A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7036126" y="1612646"/>
            <a:ext cx="185811" cy="185811"/>
          </a:xfrm>
          <a:prstGeom prst="rect">
            <a:avLst/>
          </a:prstGeom>
        </p:spPr>
      </p:pic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9571EE73-B02A-DF63-608D-2ACE2C6AB882}"/>
              </a:ext>
            </a:extLst>
          </p:cNvPr>
          <p:cNvSpPr/>
          <p:nvPr/>
        </p:nvSpPr>
        <p:spPr>
          <a:xfrm>
            <a:off x="7345880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Calendar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0" name="Graphic 59" descr="Caret Up with solid fill">
            <a:extLst>
              <a:ext uri="{FF2B5EF4-FFF2-40B4-BE49-F238E27FC236}">
                <a16:creationId xmlns:a16="http://schemas.microsoft.com/office/drawing/2014/main" id="{E23FE4A1-5BEB-5F91-7E56-9B9977BF3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8470401" y="1612646"/>
            <a:ext cx="185811" cy="185811"/>
          </a:xfrm>
          <a:prstGeom prst="rect">
            <a:avLst/>
          </a:prstGeom>
        </p:spPr>
      </p:pic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DFA4FB7C-E58B-CB9A-DC9C-FAC3452CC6DE}"/>
              </a:ext>
            </a:extLst>
          </p:cNvPr>
          <p:cNvSpPr/>
          <p:nvPr/>
        </p:nvSpPr>
        <p:spPr>
          <a:xfrm>
            <a:off x="10200724" y="1521709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Table</a:t>
            </a:r>
          </a:p>
        </p:txBody>
      </p:sp>
      <p:pic>
        <p:nvPicPr>
          <p:cNvPr id="64" name="Graphic 63" descr="Caret Up with solid fill">
            <a:extLst>
              <a:ext uri="{FF2B5EF4-FFF2-40B4-BE49-F238E27FC236}">
                <a16:creationId xmlns:a16="http://schemas.microsoft.com/office/drawing/2014/main" id="{B578E3F6-B660-75D4-BBE2-C497D431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11325245" y="1608069"/>
            <a:ext cx="185811" cy="185811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0C8381E-BB1F-DA1E-FD08-911FBE75DFB8}"/>
              </a:ext>
            </a:extLst>
          </p:cNvPr>
          <p:cNvCxnSpPr>
            <a:cxnSpLocks/>
          </p:cNvCxnSpPr>
          <p:nvPr/>
        </p:nvCxnSpPr>
        <p:spPr>
          <a:xfrm>
            <a:off x="3202771" y="2269469"/>
            <a:ext cx="8376422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Graphic 101" descr="Badge Follow with solid fill">
            <a:extLst>
              <a:ext uri="{FF2B5EF4-FFF2-40B4-BE49-F238E27FC236}">
                <a16:creationId xmlns:a16="http://schemas.microsoft.com/office/drawing/2014/main" id="{7FD33D98-A16D-8DEB-09E0-D29BB0C2F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200614" y="1884572"/>
            <a:ext cx="386991" cy="386991"/>
          </a:xfrm>
          <a:prstGeom prst="rect">
            <a:avLst/>
          </a:prstGeom>
        </p:spPr>
      </p:pic>
      <p:pic>
        <p:nvPicPr>
          <p:cNvPr id="11" name="Graphic 10" descr="Single gear with solid fill">
            <a:extLst>
              <a:ext uri="{FF2B5EF4-FFF2-40B4-BE49-F238E27FC236}">
                <a16:creationId xmlns:a16="http://schemas.microsoft.com/office/drawing/2014/main" id="{B371537E-DBF9-1AD6-854B-F6B9DB156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14633" y="1893348"/>
            <a:ext cx="369341" cy="369341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6F47B14-E889-B14C-FA60-9CD8AE1D8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705343"/>
              </p:ext>
            </p:extLst>
          </p:nvPr>
        </p:nvGraphicFramePr>
        <p:xfrm>
          <a:off x="3166761" y="2397861"/>
          <a:ext cx="8446403" cy="410511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06629">
                  <a:extLst>
                    <a:ext uri="{9D8B030D-6E8A-4147-A177-3AD203B41FA5}">
                      <a16:colId xmlns:a16="http://schemas.microsoft.com/office/drawing/2014/main" val="3143578315"/>
                    </a:ext>
                  </a:extLst>
                </a:gridCol>
                <a:gridCol w="1206629">
                  <a:extLst>
                    <a:ext uri="{9D8B030D-6E8A-4147-A177-3AD203B41FA5}">
                      <a16:colId xmlns:a16="http://schemas.microsoft.com/office/drawing/2014/main" val="1622389260"/>
                    </a:ext>
                  </a:extLst>
                </a:gridCol>
                <a:gridCol w="1206629">
                  <a:extLst>
                    <a:ext uri="{9D8B030D-6E8A-4147-A177-3AD203B41FA5}">
                      <a16:colId xmlns:a16="http://schemas.microsoft.com/office/drawing/2014/main" val="164693316"/>
                    </a:ext>
                  </a:extLst>
                </a:gridCol>
                <a:gridCol w="1206629">
                  <a:extLst>
                    <a:ext uri="{9D8B030D-6E8A-4147-A177-3AD203B41FA5}">
                      <a16:colId xmlns:a16="http://schemas.microsoft.com/office/drawing/2014/main" val="3196009841"/>
                    </a:ext>
                  </a:extLst>
                </a:gridCol>
                <a:gridCol w="1206629">
                  <a:extLst>
                    <a:ext uri="{9D8B030D-6E8A-4147-A177-3AD203B41FA5}">
                      <a16:colId xmlns:a16="http://schemas.microsoft.com/office/drawing/2014/main" val="3282773677"/>
                    </a:ext>
                  </a:extLst>
                </a:gridCol>
                <a:gridCol w="1206629">
                  <a:extLst>
                    <a:ext uri="{9D8B030D-6E8A-4147-A177-3AD203B41FA5}">
                      <a16:colId xmlns:a16="http://schemas.microsoft.com/office/drawing/2014/main" val="1163781740"/>
                    </a:ext>
                  </a:extLst>
                </a:gridCol>
                <a:gridCol w="1206629">
                  <a:extLst>
                    <a:ext uri="{9D8B030D-6E8A-4147-A177-3AD203B41FA5}">
                      <a16:colId xmlns:a16="http://schemas.microsoft.com/office/drawing/2014/main" val="3817673854"/>
                    </a:ext>
                  </a:extLst>
                </a:gridCol>
              </a:tblGrid>
              <a:tr h="513139">
                <a:tc>
                  <a:txBody>
                    <a:bodyPr/>
                    <a:lstStyle/>
                    <a:p>
                      <a:r>
                        <a:rPr lang="en-GB" dirty="0"/>
                        <a:t>Mon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Tue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Wed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Thur</a:t>
                      </a:r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Fri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Sat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Sun</a:t>
                      </a:r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060641"/>
                  </a:ext>
                </a:extLst>
              </a:tr>
              <a:tr h="51313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265501"/>
                  </a:ext>
                </a:extLst>
              </a:tr>
              <a:tr h="51313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117929"/>
                  </a:ext>
                </a:extLst>
              </a:tr>
              <a:tr h="51313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611122"/>
                  </a:ext>
                </a:extLst>
              </a:tr>
              <a:tr h="51313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763463"/>
                  </a:ext>
                </a:extLst>
              </a:tr>
              <a:tr h="51313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432888"/>
                  </a:ext>
                </a:extLst>
              </a:tr>
              <a:tr h="51313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7698847"/>
                  </a:ext>
                </a:extLst>
              </a:tr>
              <a:tr h="51313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622675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5565C784-5FAB-AA34-9FB4-3AE61A16414E}"/>
              </a:ext>
            </a:extLst>
          </p:cNvPr>
          <p:cNvSpPr/>
          <p:nvPr/>
        </p:nvSpPr>
        <p:spPr>
          <a:xfrm>
            <a:off x="5647189" y="3138463"/>
            <a:ext cx="245221" cy="245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Graphic 14" descr="Exclamation mark with solid fill">
            <a:extLst>
              <a:ext uri="{FF2B5EF4-FFF2-40B4-BE49-F238E27FC236}">
                <a16:creationId xmlns:a16="http://schemas.microsoft.com/office/drawing/2014/main" id="{5F77E682-FBE4-FC48-9617-191460E19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85289" y="3173587"/>
            <a:ext cx="174974" cy="17497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5AD5471-73A6-F99A-57EB-16EE7EBF472E}"/>
              </a:ext>
            </a:extLst>
          </p:cNvPr>
          <p:cNvSpPr txBox="1"/>
          <p:nvPr/>
        </p:nvSpPr>
        <p:spPr>
          <a:xfrm>
            <a:off x="5965174" y="2978150"/>
            <a:ext cx="776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Complete Task One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C52564-9712-0976-A9D8-CC3896C89C1D}"/>
              </a:ext>
            </a:extLst>
          </p:cNvPr>
          <p:cNvSpPr txBox="1"/>
          <p:nvPr/>
        </p:nvSpPr>
        <p:spPr>
          <a:xfrm>
            <a:off x="5518170" y="2856779"/>
            <a:ext cx="587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3th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0F4A35-1FD1-56F4-AE8D-E123DB1D23F4}"/>
              </a:ext>
            </a:extLst>
          </p:cNvPr>
          <p:cNvSpPr txBox="1"/>
          <p:nvPr/>
        </p:nvSpPr>
        <p:spPr>
          <a:xfrm>
            <a:off x="6735253" y="2863065"/>
            <a:ext cx="587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4th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9A52F4-78EB-C830-3F49-F112159DD9FD}"/>
              </a:ext>
            </a:extLst>
          </p:cNvPr>
          <p:cNvSpPr txBox="1"/>
          <p:nvPr/>
        </p:nvSpPr>
        <p:spPr>
          <a:xfrm>
            <a:off x="7958686" y="2880719"/>
            <a:ext cx="587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5th</a:t>
            </a:r>
          </a:p>
        </p:txBody>
      </p:sp>
    </p:spTree>
    <p:extLst>
      <p:ext uri="{BB962C8B-B14F-4D97-AF65-F5344CB8AC3E}">
        <p14:creationId xmlns:p14="http://schemas.microsoft.com/office/powerpoint/2010/main" val="3123471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AE86-EECC-DDE5-9348-7BED8737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4D19E4-E02D-6837-1084-085C31173A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A58C01-799E-68A0-D5A7-A8E0AA41E4BE}"/>
              </a:ext>
            </a:extLst>
          </p:cNvPr>
          <p:cNvSpPr/>
          <p:nvPr/>
        </p:nvSpPr>
        <p:spPr>
          <a:xfrm>
            <a:off x="0" y="0"/>
            <a:ext cx="12192000" cy="7049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E1BC54B-BC53-4FD1-E2B8-F2B576C839EA}"/>
              </a:ext>
            </a:extLst>
          </p:cNvPr>
          <p:cNvSpPr/>
          <p:nvPr/>
        </p:nvSpPr>
        <p:spPr>
          <a:xfrm>
            <a:off x="134224" y="63079"/>
            <a:ext cx="578840" cy="578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7ADA0A-FFDE-F801-EB82-F74F32231074}"/>
              </a:ext>
            </a:extLst>
          </p:cNvPr>
          <p:cNvSpPr/>
          <p:nvPr/>
        </p:nvSpPr>
        <p:spPr>
          <a:xfrm>
            <a:off x="847288" y="63079"/>
            <a:ext cx="578840" cy="578840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F581E45-BEFC-C24D-C05B-C46D85210E06}"/>
              </a:ext>
            </a:extLst>
          </p:cNvPr>
          <p:cNvSpPr/>
          <p:nvPr/>
        </p:nvSpPr>
        <p:spPr>
          <a:xfrm>
            <a:off x="1560352" y="63079"/>
            <a:ext cx="578840" cy="5788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189BD4-38B6-A33B-1284-A2CF1851E3BD}"/>
              </a:ext>
            </a:extLst>
          </p:cNvPr>
          <p:cNvSpPr/>
          <p:nvPr/>
        </p:nvSpPr>
        <p:spPr>
          <a:xfrm>
            <a:off x="2273416" y="63079"/>
            <a:ext cx="578840" cy="5788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7E78F4BF-EDF0-3C10-AD00-F4E6717C30DD}"/>
              </a:ext>
            </a:extLst>
          </p:cNvPr>
          <p:cNvSpPr/>
          <p:nvPr/>
        </p:nvSpPr>
        <p:spPr>
          <a:xfrm>
            <a:off x="2944538" y="63079"/>
            <a:ext cx="1291904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EFB10C6-CE46-8F5A-5295-F37937EC8EC4}"/>
              </a:ext>
            </a:extLst>
          </p:cNvPr>
          <p:cNvSpPr/>
          <p:nvPr/>
        </p:nvSpPr>
        <p:spPr>
          <a:xfrm>
            <a:off x="2986480" y="172216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1AD6856-8C6E-3087-7758-03D333750108}"/>
              </a:ext>
            </a:extLst>
          </p:cNvPr>
          <p:cNvSpPr/>
          <p:nvPr/>
        </p:nvSpPr>
        <p:spPr>
          <a:xfrm>
            <a:off x="3250896" y="172216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E9A0E2E-5E41-995B-953F-0BB90D34067E}"/>
              </a:ext>
            </a:extLst>
          </p:cNvPr>
          <p:cNvSpPr/>
          <p:nvPr/>
        </p:nvSpPr>
        <p:spPr>
          <a:xfrm>
            <a:off x="3531608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42FC3B-B516-F696-CED9-7AA01541CA03}"/>
              </a:ext>
            </a:extLst>
          </p:cNvPr>
          <p:cNvSpPr/>
          <p:nvPr/>
        </p:nvSpPr>
        <p:spPr>
          <a:xfrm>
            <a:off x="3796262" y="183187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8732459F-1D8A-2066-B17C-E17D4C42CF90}"/>
              </a:ext>
            </a:extLst>
          </p:cNvPr>
          <p:cNvSpPr/>
          <p:nvPr/>
        </p:nvSpPr>
        <p:spPr>
          <a:xfrm>
            <a:off x="5605246" y="60497"/>
            <a:ext cx="1860955" cy="57884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D7A6C61-FD95-CE60-42A6-B29C566A1C0C}"/>
              </a:ext>
            </a:extLst>
          </p:cNvPr>
          <p:cNvSpPr/>
          <p:nvPr/>
        </p:nvSpPr>
        <p:spPr>
          <a:xfrm>
            <a:off x="5647189" y="169634"/>
            <a:ext cx="360565" cy="36056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8E4B7F4-A8D4-A633-45A6-5E9D25C72068}"/>
              </a:ext>
            </a:extLst>
          </p:cNvPr>
          <p:cNvSpPr/>
          <p:nvPr/>
        </p:nvSpPr>
        <p:spPr>
          <a:xfrm>
            <a:off x="5911605" y="169634"/>
            <a:ext cx="360565" cy="360565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85BB5E6-5454-F6D0-3232-05C87032586F}"/>
              </a:ext>
            </a:extLst>
          </p:cNvPr>
          <p:cNvSpPr/>
          <p:nvPr/>
        </p:nvSpPr>
        <p:spPr>
          <a:xfrm>
            <a:off x="6192317" y="178023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1E5DBAB-9E11-B4A7-2557-993F76ADAC4E}"/>
              </a:ext>
            </a:extLst>
          </p:cNvPr>
          <p:cNvSpPr/>
          <p:nvPr/>
        </p:nvSpPr>
        <p:spPr>
          <a:xfrm>
            <a:off x="6456971" y="180605"/>
            <a:ext cx="360565" cy="36056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EDA092A-6FD2-2F83-875B-138513C9E31D}"/>
              </a:ext>
            </a:extLst>
          </p:cNvPr>
          <p:cNvSpPr/>
          <p:nvPr/>
        </p:nvSpPr>
        <p:spPr>
          <a:xfrm>
            <a:off x="6724477" y="188105"/>
            <a:ext cx="360565" cy="360565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800CB0-8528-4923-9AAB-CB60663C16C1}"/>
              </a:ext>
            </a:extLst>
          </p:cNvPr>
          <p:cNvSpPr/>
          <p:nvPr/>
        </p:nvSpPr>
        <p:spPr>
          <a:xfrm>
            <a:off x="6985315" y="179716"/>
            <a:ext cx="360565" cy="36056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E7CBBBE-C39D-CAE7-8092-80DEA88C6D2D}"/>
              </a:ext>
            </a:extLst>
          </p:cNvPr>
          <p:cNvSpPr/>
          <p:nvPr/>
        </p:nvSpPr>
        <p:spPr>
          <a:xfrm>
            <a:off x="4366010" y="47105"/>
            <a:ext cx="578840" cy="578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C479F1-CA45-5F36-F57D-51D739CCAB6D}"/>
              </a:ext>
            </a:extLst>
          </p:cNvPr>
          <p:cNvSpPr/>
          <p:nvPr/>
        </p:nvSpPr>
        <p:spPr>
          <a:xfrm>
            <a:off x="4989578" y="68885"/>
            <a:ext cx="578840" cy="57884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A382D273-480E-7E87-F9C0-9CB3782E4078}"/>
              </a:ext>
            </a:extLst>
          </p:cNvPr>
          <p:cNvSpPr/>
          <p:nvPr/>
        </p:nvSpPr>
        <p:spPr>
          <a:xfrm rot="5400000">
            <a:off x="4293228" y="-853419"/>
            <a:ext cx="6153002" cy="9269835"/>
          </a:xfrm>
          <a:prstGeom prst="round2SameRect">
            <a:avLst>
              <a:gd name="adj1" fmla="val 6169"/>
              <a:gd name="adj2" fmla="val 6134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80E0A2E8-194E-9948-C1F2-C0B66B5E1A5C}"/>
              </a:ext>
            </a:extLst>
          </p:cNvPr>
          <p:cNvSpPr/>
          <p:nvPr/>
        </p:nvSpPr>
        <p:spPr>
          <a:xfrm rot="5400000">
            <a:off x="-1804172" y="2579078"/>
            <a:ext cx="6153004" cy="2474752"/>
          </a:xfrm>
          <a:prstGeom prst="round2Same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C260DE7A-1AB3-1D16-3004-2C4146DCBECD}"/>
              </a:ext>
            </a:extLst>
          </p:cNvPr>
          <p:cNvSpPr/>
          <p:nvPr/>
        </p:nvSpPr>
        <p:spPr>
          <a:xfrm rot="5400000">
            <a:off x="-1839126" y="2544124"/>
            <a:ext cx="6153004" cy="2474752"/>
          </a:xfrm>
          <a:prstGeom prst="round2Same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C366E0C-F5AC-7164-4807-A94A62E5D7D2}"/>
              </a:ext>
            </a:extLst>
          </p:cNvPr>
          <p:cNvSpPr txBox="1"/>
          <p:nvPr/>
        </p:nvSpPr>
        <p:spPr>
          <a:xfrm>
            <a:off x="-47372" y="742693"/>
            <a:ext cx="252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[Group name]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48B59AA-DA2A-6171-BAED-CC587696F656}"/>
              </a:ext>
            </a:extLst>
          </p:cNvPr>
          <p:cNvCxnSpPr>
            <a:cxnSpLocks/>
          </p:cNvCxnSpPr>
          <p:nvPr/>
        </p:nvCxnSpPr>
        <p:spPr>
          <a:xfrm>
            <a:off x="99352" y="627200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Single gear with solid fill">
            <a:extLst>
              <a:ext uri="{FF2B5EF4-FFF2-40B4-BE49-F238E27FC236}">
                <a16:creationId xmlns:a16="http://schemas.microsoft.com/office/drawing/2014/main" id="{CC766FB9-3531-AB88-6D7C-5F50BF2C3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49" y="6344209"/>
            <a:ext cx="503693" cy="50369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5C8BEB42-C45A-EC05-2010-0A8550B2F5BF}"/>
              </a:ext>
            </a:extLst>
          </p:cNvPr>
          <p:cNvSpPr/>
          <p:nvPr/>
        </p:nvSpPr>
        <p:spPr>
          <a:xfrm>
            <a:off x="1716191" y="6363695"/>
            <a:ext cx="438808" cy="43880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2" name="Graphic 91" descr="Help with solid fill">
            <a:extLst>
              <a:ext uri="{FF2B5EF4-FFF2-40B4-BE49-F238E27FC236}">
                <a16:creationId xmlns:a16="http://schemas.microsoft.com/office/drawing/2014/main" id="{B77F10DE-3665-B285-9C82-E644CBE15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39" y="6372418"/>
            <a:ext cx="475484" cy="475484"/>
          </a:xfrm>
          <a:prstGeom prst="rect">
            <a:avLst/>
          </a:prstGeom>
        </p:spPr>
      </p:pic>
      <p:pic>
        <p:nvPicPr>
          <p:cNvPr id="94" name="Graphic 93" descr="Caret Down with solid fill">
            <a:extLst>
              <a:ext uri="{FF2B5EF4-FFF2-40B4-BE49-F238E27FC236}">
                <a16:creationId xmlns:a16="http://schemas.microsoft.com/office/drawing/2014/main" id="{FC8A8080-E385-CEF6-0B70-D16018EB36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22153" y="6240885"/>
            <a:ext cx="315489" cy="315489"/>
          </a:xfrm>
          <a:prstGeom prst="rect">
            <a:avLst/>
          </a:prstGeom>
        </p:spPr>
      </p:pic>
      <p:pic>
        <p:nvPicPr>
          <p:cNvPr id="96" name="Graphic 95" descr="Magnifying glass with solid fill">
            <a:extLst>
              <a:ext uri="{FF2B5EF4-FFF2-40B4-BE49-F238E27FC236}">
                <a16:creationId xmlns:a16="http://schemas.microsoft.com/office/drawing/2014/main" id="{66F24D62-80FF-9FCF-F8FB-93130BEF2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348" y="6341768"/>
            <a:ext cx="520024" cy="520024"/>
          </a:xfrm>
          <a:prstGeom prst="rect">
            <a:avLst/>
          </a:prstGeom>
        </p:spPr>
      </p:pic>
      <p:sp>
        <p:nvSpPr>
          <p:cNvPr id="98" name="Oval 97">
            <a:extLst>
              <a:ext uri="{FF2B5EF4-FFF2-40B4-BE49-F238E27FC236}">
                <a16:creationId xmlns:a16="http://schemas.microsoft.com/office/drawing/2014/main" id="{7A73AC9B-992B-B787-878E-95C492BB930C}"/>
              </a:ext>
            </a:extLst>
          </p:cNvPr>
          <p:cNvSpPr/>
          <p:nvPr/>
        </p:nvSpPr>
        <p:spPr>
          <a:xfrm>
            <a:off x="2081606" y="6377135"/>
            <a:ext cx="125834" cy="12583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1DBB5-AB8F-8A2A-E465-F926B3DA7E1B}"/>
              </a:ext>
            </a:extLst>
          </p:cNvPr>
          <p:cNvSpPr txBox="1"/>
          <p:nvPr/>
        </p:nvSpPr>
        <p:spPr>
          <a:xfrm>
            <a:off x="-31292" y="169519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General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B880D-98E7-B960-36F2-7FEDB60A641C}"/>
              </a:ext>
            </a:extLst>
          </p:cNvPr>
          <p:cNvCxnSpPr>
            <a:cxnSpLocks/>
          </p:cNvCxnSpPr>
          <p:nvPr/>
        </p:nvCxnSpPr>
        <p:spPr>
          <a:xfrm>
            <a:off x="325595" y="1986219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F5CCE8-5B76-388D-189D-6DB8808B9BEE}"/>
              </a:ext>
            </a:extLst>
          </p:cNvPr>
          <p:cNvCxnSpPr>
            <a:cxnSpLocks/>
          </p:cNvCxnSpPr>
          <p:nvPr/>
        </p:nvCxnSpPr>
        <p:spPr>
          <a:xfrm>
            <a:off x="366221" y="242648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4D5A47-17C1-568D-B9D0-9366846AC6D2}"/>
              </a:ext>
            </a:extLst>
          </p:cNvPr>
          <p:cNvSpPr txBox="1"/>
          <p:nvPr/>
        </p:nvSpPr>
        <p:spPr>
          <a:xfrm>
            <a:off x="-18660" y="209109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5795C-4AAC-F912-629C-49A713AFBCB6}"/>
              </a:ext>
            </a:extLst>
          </p:cNvPr>
          <p:cNvSpPr txBox="1"/>
          <p:nvPr/>
        </p:nvSpPr>
        <p:spPr>
          <a:xfrm>
            <a:off x="0" y="247398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Proficy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3F5C97-0CCB-6E31-58E8-93DF88DDB963}"/>
              </a:ext>
            </a:extLst>
          </p:cNvPr>
          <p:cNvCxnSpPr>
            <a:cxnSpLocks/>
          </p:cNvCxnSpPr>
          <p:nvPr/>
        </p:nvCxnSpPr>
        <p:spPr>
          <a:xfrm>
            <a:off x="393920" y="2812537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B5961EE-9CBF-7008-5476-9C514013B15E}"/>
              </a:ext>
            </a:extLst>
          </p:cNvPr>
          <p:cNvSpPr txBox="1"/>
          <p:nvPr/>
        </p:nvSpPr>
        <p:spPr>
          <a:xfrm>
            <a:off x="34954" y="2880719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Rules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741C0F5-5879-0DB9-9E52-898A09930904}"/>
              </a:ext>
            </a:extLst>
          </p:cNvPr>
          <p:cNvCxnSpPr>
            <a:cxnSpLocks/>
          </p:cNvCxnSpPr>
          <p:nvPr/>
        </p:nvCxnSpPr>
        <p:spPr>
          <a:xfrm>
            <a:off x="374271" y="323598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DA7CD55-9BDC-C182-7FE8-18CF5675C27D}"/>
              </a:ext>
            </a:extLst>
          </p:cNvPr>
          <p:cNvSpPr txBox="1"/>
          <p:nvPr/>
        </p:nvSpPr>
        <p:spPr>
          <a:xfrm>
            <a:off x="43510" y="3293586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Your voice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E31DE1-86D3-1E3C-9AD6-E820D5E2262E}"/>
              </a:ext>
            </a:extLst>
          </p:cNvPr>
          <p:cNvCxnSpPr>
            <a:cxnSpLocks/>
          </p:cNvCxnSpPr>
          <p:nvPr/>
        </p:nvCxnSpPr>
        <p:spPr>
          <a:xfrm>
            <a:off x="347890" y="3640381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adio microphone with solid fill">
            <a:extLst>
              <a:ext uri="{FF2B5EF4-FFF2-40B4-BE49-F238E27FC236}">
                <a16:creationId xmlns:a16="http://schemas.microsoft.com/office/drawing/2014/main" id="{8D56752D-6842-399D-D732-9E2A7C48F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265" y="3280415"/>
            <a:ext cx="321852" cy="321852"/>
          </a:xfrm>
          <a:prstGeom prst="rect">
            <a:avLst/>
          </a:prstGeom>
        </p:spPr>
      </p:pic>
      <p:pic>
        <p:nvPicPr>
          <p:cNvPr id="42" name="Graphic 41" descr="Speech outline">
            <a:extLst>
              <a:ext uri="{FF2B5EF4-FFF2-40B4-BE49-F238E27FC236}">
                <a16:creationId xmlns:a16="http://schemas.microsoft.com/office/drawing/2014/main" id="{5BF3467E-9F55-2D32-F91B-166214976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1692028"/>
            <a:ext cx="307200" cy="307200"/>
          </a:xfrm>
          <a:prstGeom prst="rect">
            <a:avLst/>
          </a:prstGeom>
        </p:spPr>
      </p:pic>
      <p:pic>
        <p:nvPicPr>
          <p:cNvPr id="43" name="Graphic 42" descr="Speech outline">
            <a:extLst>
              <a:ext uri="{FF2B5EF4-FFF2-40B4-BE49-F238E27FC236}">
                <a16:creationId xmlns:a16="http://schemas.microsoft.com/office/drawing/2014/main" id="{FC22F82C-5F27-D343-A60A-EAEE6A18AC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498" y="2130692"/>
            <a:ext cx="307200" cy="307200"/>
          </a:xfrm>
          <a:prstGeom prst="rect">
            <a:avLst/>
          </a:prstGeom>
        </p:spPr>
      </p:pic>
      <p:pic>
        <p:nvPicPr>
          <p:cNvPr id="44" name="Graphic 43" descr="Speech outline">
            <a:extLst>
              <a:ext uri="{FF2B5EF4-FFF2-40B4-BE49-F238E27FC236}">
                <a16:creationId xmlns:a16="http://schemas.microsoft.com/office/drawing/2014/main" id="{2C28DB3E-D35E-D27F-CE5A-4E396951F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91" y="2496984"/>
            <a:ext cx="307200" cy="307200"/>
          </a:xfrm>
          <a:prstGeom prst="rect">
            <a:avLst/>
          </a:prstGeom>
        </p:spPr>
      </p:pic>
      <p:pic>
        <p:nvPicPr>
          <p:cNvPr id="45" name="Graphic 44" descr="Speech outline">
            <a:extLst>
              <a:ext uri="{FF2B5EF4-FFF2-40B4-BE49-F238E27FC236}">
                <a16:creationId xmlns:a16="http://schemas.microsoft.com/office/drawing/2014/main" id="{4595BDF0-764A-F08C-57CF-A40507900E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0740" y="2906234"/>
            <a:ext cx="307200" cy="30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229B4B-526B-8AA0-1325-7D4FE379E6C1}"/>
              </a:ext>
            </a:extLst>
          </p:cNvPr>
          <p:cNvCxnSpPr>
            <a:cxnSpLocks/>
          </p:cNvCxnSpPr>
          <p:nvPr/>
        </p:nvCxnSpPr>
        <p:spPr>
          <a:xfrm>
            <a:off x="134224" y="1212048"/>
            <a:ext cx="223147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37C888A-F79D-D303-1FD6-F067E975CDD1}"/>
              </a:ext>
            </a:extLst>
          </p:cNvPr>
          <p:cNvCxnSpPr>
            <a:cxnSpLocks/>
          </p:cNvCxnSpPr>
          <p:nvPr/>
        </p:nvCxnSpPr>
        <p:spPr>
          <a:xfrm>
            <a:off x="146924" y="1605748"/>
            <a:ext cx="2231471" cy="222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Exit with solid fill">
            <a:extLst>
              <a:ext uri="{FF2B5EF4-FFF2-40B4-BE49-F238E27FC236}">
                <a16:creationId xmlns:a16="http://schemas.microsoft.com/office/drawing/2014/main" id="{1D39E073-B54A-CA10-D77B-AEF5F7E2B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41007" y="1277684"/>
            <a:ext cx="298114" cy="298114"/>
          </a:xfrm>
          <a:prstGeom prst="rect">
            <a:avLst/>
          </a:prstGeom>
        </p:spPr>
      </p:pic>
      <p:pic>
        <p:nvPicPr>
          <p:cNvPr id="68" name="Graphic 67" descr="Add with solid fill">
            <a:extLst>
              <a:ext uri="{FF2B5EF4-FFF2-40B4-BE49-F238E27FC236}">
                <a16:creationId xmlns:a16="http://schemas.microsoft.com/office/drawing/2014/main" id="{57F4702D-C3CE-9801-2432-4CB322D2A4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2417" y="1295372"/>
            <a:ext cx="351061" cy="351061"/>
          </a:xfrm>
          <a:prstGeom prst="rect">
            <a:avLst/>
          </a:prstGeom>
        </p:spPr>
      </p:pic>
      <p:pic>
        <p:nvPicPr>
          <p:cNvPr id="70" name="Graphic 69" descr="Single gear with solid fill">
            <a:extLst>
              <a:ext uri="{FF2B5EF4-FFF2-40B4-BE49-F238E27FC236}">
                <a16:creationId xmlns:a16="http://schemas.microsoft.com/office/drawing/2014/main" id="{EE7B2DFB-2BE6-1B34-A5FF-8D605AA9CE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3765" y="1248419"/>
            <a:ext cx="369341" cy="369341"/>
          </a:xfrm>
          <a:prstGeom prst="rect">
            <a:avLst/>
          </a:prstGeom>
        </p:spPr>
      </p:pic>
      <p:pic>
        <p:nvPicPr>
          <p:cNvPr id="75" name="Graphic 74" descr="Single gear with solid fill">
            <a:extLst>
              <a:ext uri="{FF2B5EF4-FFF2-40B4-BE49-F238E27FC236}">
                <a16:creationId xmlns:a16="http://schemas.microsoft.com/office/drawing/2014/main" id="{FE286C3E-31C9-20DD-4B30-BDC07634EB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2220" y="1686040"/>
            <a:ext cx="369341" cy="369341"/>
          </a:xfrm>
          <a:prstGeom prst="rect">
            <a:avLst/>
          </a:prstGeom>
        </p:spPr>
      </p:pic>
      <p:pic>
        <p:nvPicPr>
          <p:cNvPr id="77" name="Graphic 76" descr="Single gear with solid fill">
            <a:extLst>
              <a:ext uri="{FF2B5EF4-FFF2-40B4-BE49-F238E27FC236}">
                <a16:creationId xmlns:a16="http://schemas.microsoft.com/office/drawing/2014/main" id="{AB962FB0-E2CD-D3B7-0AAA-9E12730822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769" y="2081784"/>
            <a:ext cx="369341" cy="369341"/>
          </a:xfrm>
          <a:prstGeom prst="rect">
            <a:avLst/>
          </a:prstGeom>
        </p:spPr>
      </p:pic>
      <p:pic>
        <p:nvPicPr>
          <p:cNvPr id="78" name="Graphic 77" descr="Single gear with solid fill">
            <a:extLst>
              <a:ext uri="{FF2B5EF4-FFF2-40B4-BE49-F238E27FC236}">
                <a16:creationId xmlns:a16="http://schemas.microsoft.com/office/drawing/2014/main" id="{11AC3123-1D89-4B35-3218-6EEDC6EF7E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33294" y="2459146"/>
            <a:ext cx="369341" cy="369341"/>
          </a:xfrm>
          <a:prstGeom prst="rect">
            <a:avLst/>
          </a:prstGeom>
        </p:spPr>
      </p:pic>
      <p:pic>
        <p:nvPicPr>
          <p:cNvPr id="79" name="Graphic 78" descr="Single gear with solid fill">
            <a:extLst>
              <a:ext uri="{FF2B5EF4-FFF2-40B4-BE49-F238E27FC236}">
                <a16:creationId xmlns:a16="http://schemas.microsoft.com/office/drawing/2014/main" id="{0DA6E67B-685B-9E27-8F89-8D82CE945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8746" y="2856779"/>
            <a:ext cx="369341" cy="369341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B8AB2771-ABF4-C30E-DF93-8A8EC3CD5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2025" y="3261074"/>
            <a:ext cx="369341" cy="369341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99B20D9-A37D-3F31-C8EF-B7D52FFD83F7}"/>
              </a:ext>
            </a:extLst>
          </p:cNvPr>
          <p:cNvCxnSpPr>
            <a:cxnSpLocks/>
          </p:cNvCxnSpPr>
          <p:nvPr/>
        </p:nvCxnSpPr>
        <p:spPr>
          <a:xfrm>
            <a:off x="2760336" y="1316322"/>
            <a:ext cx="9244311" cy="2226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99A409A-9D00-5D8E-CA37-EA2B20E3224E}"/>
              </a:ext>
            </a:extLst>
          </p:cNvPr>
          <p:cNvSpPr txBox="1"/>
          <p:nvPr/>
        </p:nvSpPr>
        <p:spPr>
          <a:xfrm>
            <a:off x="2870494" y="716778"/>
            <a:ext cx="185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2">
                    <a:lumMod val="75000"/>
                  </a:schemeClr>
                </a:solidFill>
              </a:rPr>
              <a:t>Project board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8D729ED-4D12-4764-F2B7-282CBD7A8A1D}"/>
              </a:ext>
            </a:extLst>
          </p:cNvPr>
          <p:cNvSpPr txBox="1"/>
          <p:nvPr/>
        </p:nvSpPr>
        <p:spPr>
          <a:xfrm>
            <a:off x="2734346" y="1008595"/>
            <a:ext cx="6525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This space is a project board with different types of available boards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16A26BA-C6E6-DAEE-BC06-0023D4D3991C}"/>
              </a:ext>
            </a:extLst>
          </p:cNvPr>
          <p:cNvSpPr txBox="1"/>
          <p:nvPr/>
        </p:nvSpPr>
        <p:spPr>
          <a:xfrm>
            <a:off x="10701" y="3725501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Photo Gallery</a:t>
            </a:r>
          </a:p>
        </p:txBody>
      </p:sp>
      <p:pic>
        <p:nvPicPr>
          <p:cNvPr id="101" name="Graphic 100" descr="Single gear with solid fill">
            <a:extLst>
              <a:ext uri="{FF2B5EF4-FFF2-40B4-BE49-F238E27FC236}">
                <a16:creationId xmlns:a16="http://schemas.microsoft.com/office/drawing/2014/main" id="{2A5E0E44-4D7A-45BE-4FCF-5EDB7990A2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04968" y="3733938"/>
            <a:ext cx="369341" cy="369341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7175D16-BCA3-D517-EAF4-EB377B0439EE}"/>
              </a:ext>
            </a:extLst>
          </p:cNvPr>
          <p:cNvCxnSpPr>
            <a:cxnSpLocks/>
          </p:cNvCxnSpPr>
          <p:nvPr/>
        </p:nvCxnSpPr>
        <p:spPr>
          <a:xfrm>
            <a:off x="357815" y="42132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c 110" descr="Images with solid fill">
            <a:extLst>
              <a:ext uri="{FF2B5EF4-FFF2-40B4-BE49-F238E27FC236}">
                <a16:creationId xmlns:a16="http://schemas.microsoft.com/office/drawing/2014/main" id="{01D7EF49-AEA6-C087-9ECD-7C0DF5EB88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863" y="3751504"/>
            <a:ext cx="308615" cy="308615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993546DE-72BB-6D43-D2A7-9CE2B7F4CC9C}"/>
              </a:ext>
            </a:extLst>
          </p:cNvPr>
          <p:cNvSpPr txBox="1"/>
          <p:nvPr/>
        </p:nvSpPr>
        <p:spPr>
          <a:xfrm>
            <a:off x="19795" y="4238403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Project Task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FCB98C7-9AE1-052D-EB0E-669BF4CE6087}"/>
              </a:ext>
            </a:extLst>
          </p:cNvPr>
          <p:cNvCxnSpPr>
            <a:cxnSpLocks/>
          </p:cNvCxnSpPr>
          <p:nvPr/>
        </p:nvCxnSpPr>
        <p:spPr>
          <a:xfrm>
            <a:off x="325595" y="4594692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4" name="Graphic 113" descr="Single gear with solid fill">
            <a:extLst>
              <a:ext uri="{FF2B5EF4-FFF2-40B4-BE49-F238E27FC236}">
                <a16:creationId xmlns:a16="http://schemas.microsoft.com/office/drawing/2014/main" id="{F1D264D1-1622-4C31-F888-C62C86CFA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89804" y="4231076"/>
            <a:ext cx="369341" cy="369341"/>
          </a:xfrm>
          <a:prstGeom prst="rect">
            <a:avLst/>
          </a:prstGeom>
        </p:spPr>
      </p:pic>
      <p:pic>
        <p:nvPicPr>
          <p:cNvPr id="116" name="Graphic 115" descr="Clipboard Mixed with solid fill">
            <a:extLst>
              <a:ext uri="{FF2B5EF4-FFF2-40B4-BE49-F238E27FC236}">
                <a16:creationId xmlns:a16="http://schemas.microsoft.com/office/drawing/2014/main" id="{4BAB7103-1C67-45DB-77DC-AE4BC0077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5135" y="4280541"/>
            <a:ext cx="272805" cy="272805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3A705519-1B35-4229-EE0A-575FEB4E70E7}"/>
              </a:ext>
            </a:extLst>
          </p:cNvPr>
          <p:cNvSpPr txBox="1"/>
          <p:nvPr/>
        </p:nvSpPr>
        <p:spPr>
          <a:xfrm>
            <a:off x="22538" y="4659427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Wiki</a:t>
            </a:r>
          </a:p>
        </p:txBody>
      </p:sp>
      <p:pic>
        <p:nvPicPr>
          <p:cNvPr id="118" name="Graphic 117" descr="Single gear with solid fill">
            <a:extLst>
              <a:ext uri="{FF2B5EF4-FFF2-40B4-BE49-F238E27FC236}">
                <a16:creationId xmlns:a16="http://schemas.microsoft.com/office/drawing/2014/main" id="{F53820A5-3BB3-1903-9BEF-B091DFB46F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5329" y="4668442"/>
            <a:ext cx="369341" cy="369341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BECF528-4774-DC94-093F-1C26579E261B}"/>
              </a:ext>
            </a:extLst>
          </p:cNvPr>
          <p:cNvCxnSpPr>
            <a:cxnSpLocks/>
          </p:cNvCxnSpPr>
          <p:nvPr/>
        </p:nvCxnSpPr>
        <p:spPr>
          <a:xfrm>
            <a:off x="335135" y="5037783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World with solid fill">
            <a:extLst>
              <a:ext uri="{FF2B5EF4-FFF2-40B4-BE49-F238E27FC236}">
                <a16:creationId xmlns:a16="http://schemas.microsoft.com/office/drawing/2014/main" id="{CCECA21E-23E8-9D91-0A75-5971717AF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7498" y="4622902"/>
            <a:ext cx="369341" cy="369341"/>
          </a:xfrm>
          <a:prstGeom prst="rect">
            <a:avLst/>
          </a:prstGeom>
        </p:spPr>
      </p:pic>
      <p:pic>
        <p:nvPicPr>
          <p:cNvPr id="123" name="Graphic 122" descr="Daily calendar with solid fill">
            <a:extLst>
              <a:ext uri="{FF2B5EF4-FFF2-40B4-BE49-F238E27FC236}">
                <a16:creationId xmlns:a16="http://schemas.microsoft.com/office/drawing/2014/main" id="{ECD818E3-9E50-ED4A-255C-248A61084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4118" y="1267250"/>
            <a:ext cx="344834" cy="344834"/>
          </a:xfrm>
          <a:prstGeom prst="rect">
            <a:avLst/>
          </a:prstGeom>
        </p:spPr>
      </p:pic>
      <p:pic>
        <p:nvPicPr>
          <p:cNvPr id="127" name="Graphic 126" descr="Magnifying glass with solid fill">
            <a:extLst>
              <a:ext uri="{FF2B5EF4-FFF2-40B4-BE49-F238E27FC236}">
                <a16:creationId xmlns:a16="http://schemas.microsoft.com/office/drawing/2014/main" id="{A521F3AB-7C2E-397E-F55C-51E806293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90346" y="899255"/>
            <a:ext cx="262680" cy="262680"/>
          </a:xfrm>
          <a:prstGeom prst="rect">
            <a:avLst/>
          </a:prstGeom>
        </p:spPr>
      </p:pic>
      <p:pic>
        <p:nvPicPr>
          <p:cNvPr id="129" name="Graphic 128" descr="User with solid fill">
            <a:extLst>
              <a:ext uri="{FF2B5EF4-FFF2-40B4-BE49-F238E27FC236}">
                <a16:creationId xmlns:a16="http://schemas.microsoft.com/office/drawing/2014/main" id="{57F3085B-3D42-883C-303A-71FA36245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25684" y="873674"/>
            <a:ext cx="333370" cy="333370"/>
          </a:xfrm>
          <a:prstGeom prst="rect">
            <a:avLst/>
          </a:prstGeom>
        </p:spPr>
      </p:pic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45D4A9A-F2ED-9319-526E-ED6522763705}"/>
              </a:ext>
            </a:extLst>
          </p:cNvPr>
          <p:cNvCxnSpPr>
            <a:cxnSpLocks/>
          </p:cNvCxnSpPr>
          <p:nvPr/>
        </p:nvCxnSpPr>
        <p:spPr>
          <a:xfrm flipV="1">
            <a:off x="11069673" y="739952"/>
            <a:ext cx="0" cy="587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09BD21E-C9E6-2E74-DA7E-115C1D8D4BE5}"/>
              </a:ext>
            </a:extLst>
          </p:cNvPr>
          <p:cNvSpPr/>
          <p:nvPr/>
        </p:nvSpPr>
        <p:spPr>
          <a:xfrm>
            <a:off x="2999110" y="1449885"/>
            <a:ext cx="8835375" cy="52461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74F3E03-CA6E-CC6B-AADA-C33D78944ECF}"/>
              </a:ext>
            </a:extLst>
          </p:cNvPr>
          <p:cNvSpPr txBox="1"/>
          <p:nvPr/>
        </p:nvSpPr>
        <p:spPr>
          <a:xfrm>
            <a:off x="-18660" y="5080232"/>
            <a:ext cx="2524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75000"/>
                  </a:schemeClr>
                </a:solidFill>
              </a:rPr>
              <a:t>IDE/notepad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AD5AB0D-F5A1-23EB-C0FE-7C80C49A8021}"/>
              </a:ext>
            </a:extLst>
          </p:cNvPr>
          <p:cNvCxnSpPr>
            <a:cxnSpLocks/>
          </p:cNvCxnSpPr>
          <p:nvPr/>
        </p:nvCxnSpPr>
        <p:spPr>
          <a:xfrm>
            <a:off x="347890" y="5426600"/>
            <a:ext cx="1848880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9" name="Graphic 138" descr="Single gear with solid fill">
            <a:extLst>
              <a:ext uri="{FF2B5EF4-FFF2-40B4-BE49-F238E27FC236}">
                <a16:creationId xmlns:a16="http://schemas.microsoft.com/office/drawing/2014/main" id="{F933F8A2-F2C7-2DD9-9A15-00AE66D544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48772" y="5040303"/>
            <a:ext cx="369341" cy="369341"/>
          </a:xfrm>
          <a:prstGeom prst="rect">
            <a:avLst/>
          </a:prstGeom>
        </p:spPr>
      </p:pic>
      <p:pic>
        <p:nvPicPr>
          <p:cNvPr id="141" name="Graphic 140" descr="Morse Code with solid fill">
            <a:extLst>
              <a:ext uri="{FF2B5EF4-FFF2-40B4-BE49-F238E27FC236}">
                <a16:creationId xmlns:a16="http://schemas.microsoft.com/office/drawing/2014/main" id="{3CE095EE-3938-B08A-ACBC-CC05009979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8692" y="5062258"/>
            <a:ext cx="321786" cy="321786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E4F61688-9DE1-3BA8-1E43-F170F9C0C2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01732" y="47704"/>
            <a:ext cx="639723" cy="639723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D6BE313D-E564-BA0A-3401-631A4C2CF868}"/>
              </a:ext>
            </a:extLst>
          </p:cNvPr>
          <p:cNvSpPr/>
          <p:nvPr/>
        </p:nvSpPr>
        <p:spPr>
          <a:xfrm>
            <a:off x="3100088" y="1892742"/>
            <a:ext cx="8583912" cy="46636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5BD97EB2-3BA6-D1AA-7DBC-B28883745049}"/>
              </a:ext>
            </a:extLst>
          </p:cNvPr>
          <p:cNvSpPr/>
          <p:nvPr/>
        </p:nvSpPr>
        <p:spPr>
          <a:xfrm>
            <a:off x="3112850" y="151580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To-do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04E83CA6-3459-9211-3F96-376EF898B914}"/>
              </a:ext>
            </a:extLst>
          </p:cNvPr>
          <p:cNvSpPr/>
          <p:nvPr/>
        </p:nvSpPr>
        <p:spPr>
          <a:xfrm>
            <a:off x="4514396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Kanban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2" name="Graphic 31" descr="Caret Up with solid fill">
            <a:extLst>
              <a:ext uri="{FF2B5EF4-FFF2-40B4-BE49-F238E27FC236}">
                <a16:creationId xmlns:a16="http://schemas.microsoft.com/office/drawing/2014/main" id="{90FBCAB5-3384-3433-4444-8BF2D25E0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5638917" y="1612646"/>
            <a:ext cx="185811" cy="185811"/>
          </a:xfrm>
          <a:prstGeom prst="rect">
            <a:avLst/>
          </a:prstGeom>
        </p:spPr>
      </p:pic>
      <p:pic>
        <p:nvPicPr>
          <p:cNvPr id="53" name="Graphic 52" descr="Caret Up with solid fill">
            <a:extLst>
              <a:ext uri="{FF2B5EF4-FFF2-40B4-BE49-F238E27FC236}">
                <a16:creationId xmlns:a16="http://schemas.microsoft.com/office/drawing/2014/main" id="{8854A701-9C2C-2BEB-A888-C09670E00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4251335" y="1596749"/>
            <a:ext cx="185811" cy="185811"/>
          </a:xfrm>
          <a:prstGeom prst="rect">
            <a:avLst/>
          </a:prstGeom>
        </p:spPr>
      </p:pic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C5ED2084-E8EC-ED72-7943-AED5A127F470}"/>
              </a:ext>
            </a:extLst>
          </p:cNvPr>
          <p:cNvSpPr/>
          <p:nvPr/>
        </p:nvSpPr>
        <p:spPr>
          <a:xfrm>
            <a:off x="5911605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Gantt Chart</a:t>
            </a:r>
          </a:p>
        </p:txBody>
      </p:sp>
      <p:pic>
        <p:nvPicPr>
          <p:cNvPr id="55" name="Graphic 54" descr="Caret Up with solid fill">
            <a:extLst>
              <a:ext uri="{FF2B5EF4-FFF2-40B4-BE49-F238E27FC236}">
                <a16:creationId xmlns:a16="http://schemas.microsoft.com/office/drawing/2014/main" id="{6DB58116-D5B6-DFD1-928D-A7A61007D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7036126" y="1612646"/>
            <a:ext cx="185811" cy="185811"/>
          </a:xfrm>
          <a:prstGeom prst="rect">
            <a:avLst/>
          </a:prstGeom>
        </p:spPr>
      </p:pic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D1982E67-4863-6C20-E1E8-55A491673E49}"/>
              </a:ext>
            </a:extLst>
          </p:cNvPr>
          <p:cNvSpPr/>
          <p:nvPr/>
        </p:nvSpPr>
        <p:spPr>
          <a:xfrm>
            <a:off x="7345880" y="1526286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Calendar</a:t>
            </a:r>
            <a:endParaRPr lang="en-GB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0" name="Graphic 59" descr="Caret Up with solid fill">
            <a:extLst>
              <a:ext uri="{FF2B5EF4-FFF2-40B4-BE49-F238E27FC236}">
                <a16:creationId xmlns:a16="http://schemas.microsoft.com/office/drawing/2014/main" id="{3D15B8AB-D192-7C08-9A3B-B9053ED9DF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8470401" y="1612646"/>
            <a:ext cx="185811" cy="185811"/>
          </a:xfrm>
          <a:prstGeom prst="rect">
            <a:avLst/>
          </a:prstGeom>
        </p:spPr>
      </p:pic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256C9CE4-037B-0332-C858-F9EC7D06755F}"/>
              </a:ext>
            </a:extLst>
          </p:cNvPr>
          <p:cNvSpPr/>
          <p:nvPr/>
        </p:nvSpPr>
        <p:spPr>
          <a:xfrm>
            <a:off x="10200724" y="1521709"/>
            <a:ext cx="1339169" cy="319507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57150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Table</a:t>
            </a:r>
          </a:p>
        </p:txBody>
      </p:sp>
      <p:pic>
        <p:nvPicPr>
          <p:cNvPr id="64" name="Graphic 63" descr="Caret Up with solid fill">
            <a:extLst>
              <a:ext uri="{FF2B5EF4-FFF2-40B4-BE49-F238E27FC236}">
                <a16:creationId xmlns:a16="http://schemas.microsoft.com/office/drawing/2014/main" id="{CBE43002-5EA2-B09E-37D0-A5347B2E3C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11325245" y="1608069"/>
            <a:ext cx="185811" cy="185811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457BAEF-B463-D704-62D8-B3DB6C120478}"/>
              </a:ext>
            </a:extLst>
          </p:cNvPr>
          <p:cNvCxnSpPr>
            <a:cxnSpLocks/>
          </p:cNvCxnSpPr>
          <p:nvPr/>
        </p:nvCxnSpPr>
        <p:spPr>
          <a:xfrm>
            <a:off x="3202771" y="2269469"/>
            <a:ext cx="8376422" cy="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Graphic 101" descr="Badge Follow with solid fill">
            <a:extLst>
              <a:ext uri="{FF2B5EF4-FFF2-40B4-BE49-F238E27FC236}">
                <a16:creationId xmlns:a16="http://schemas.microsoft.com/office/drawing/2014/main" id="{7E6ED540-1D1E-0461-D667-0F735C87DC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200614" y="1884572"/>
            <a:ext cx="386991" cy="386991"/>
          </a:xfrm>
          <a:prstGeom prst="rect">
            <a:avLst/>
          </a:prstGeom>
        </p:spPr>
      </p:pic>
      <p:pic>
        <p:nvPicPr>
          <p:cNvPr id="11" name="Graphic 10" descr="Single gear with solid fill">
            <a:extLst>
              <a:ext uri="{FF2B5EF4-FFF2-40B4-BE49-F238E27FC236}">
                <a16:creationId xmlns:a16="http://schemas.microsoft.com/office/drawing/2014/main" id="{BE72ED7B-1076-1A76-C6B6-C778AD6479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14633" y="1893348"/>
            <a:ext cx="369341" cy="369341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06F73A3-9AE1-6460-859E-9CB9616F7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806376"/>
              </p:ext>
            </p:extLst>
          </p:nvPr>
        </p:nvGraphicFramePr>
        <p:xfrm>
          <a:off x="3164368" y="2459143"/>
          <a:ext cx="8325980" cy="3913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2598">
                  <a:extLst>
                    <a:ext uri="{9D8B030D-6E8A-4147-A177-3AD203B41FA5}">
                      <a16:colId xmlns:a16="http://schemas.microsoft.com/office/drawing/2014/main" val="1215390387"/>
                    </a:ext>
                  </a:extLst>
                </a:gridCol>
                <a:gridCol w="832598">
                  <a:extLst>
                    <a:ext uri="{9D8B030D-6E8A-4147-A177-3AD203B41FA5}">
                      <a16:colId xmlns:a16="http://schemas.microsoft.com/office/drawing/2014/main" val="2935663383"/>
                    </a:ext>
                  </a:extLst>
                </a:gridCol>
                <a:gridCol w="832598">
                  <a:extLst>
                    <a:ext uri="{9D8B030D-6E8A-4147-A177-3AD203B41FA5}">
                      <a16:colId xmlns:a16="http://schemas.microsoft.com/office/drawing/2014/main" val="3118250081"/>
                    </a:ext>
                  </a:extLst>
                </a:gridCol>
                <a:gridCol w="832598">
                  <a:extLst>
                    <a:ext uri="{9D8B030D-6E8A-4147-A177-3AD203B41FA5}">
                      <a16:colId xmlns:a16="http://schemas.microsoft.com/office/drawing/2014/main" val="3432525608"/>
                    </a:ext>
                  </a:extLst>
                </a:gridCol>
                <a:gridCol w="832598">
                  <a:extLst>
                    <a:ext uri="{9D8B030D-6E8A-4147-A177-3AD203B41FA5}">
                      <a16:colId xmlns:a16="http://schemas.microsoft.com/office/drawing/2014/main" val="2717424044"/>
                    </a:ext>
                  </a:extLst>
                </a:gridCol>
                <a:gridCol w="832598">
                  <a:extLst>
                    <a:ext uri="{9D8B030D-6E8A-4147-A177-3AD203B41FA5}">
                      <a16:colId xmlns:a16="http://schemas.microsoft.com/office/drawing/2014/main" val="2396717945"/>
                    </a:ext>
                  </a:extLst>
                </a:gridCol>
                <a:gridCol w="832598">
                  <a:extLst>
                    <a:ext uri="{9D8B030D-6E8A-4147-A177-3AD203B41FA5}">
                      <a16:colId xmlns:a16="http://schemas.microsoft.com/office/drawing/2014/main" val="4016705097"/>
                    </a:ext>
                  </a:extLst>
                </a:gridCol>
                <a:gridCol w="832598">
                  <a:extLst>
                    <a:ext uri="{9D8B030D-6E8A-4147-A177-3AD203B41FA5}">
                      <a16:colId xmlns:a16="http://schemas.microsoft.com/office/drawing/2014/main" val="2001068627"/>
                    </a:ext>
                  </a:extLst>
                </a:gridCol>
                <a:gridCol w="832598">
                  <a:extLst>
                    <a:ext uri="{9D8B030D-6E8A-4147-A177-3AD203B41FA5}">
                      <a16:colId xmlns:a16="http://schemas.microsoft.com/office/drawing/2014/main" val="3355954996"/>
                    </a:ext>
                  </a:extLst>
                </a:gridCol>
                <a:gridCol w="832598">
                  <a:extLst>
                    <a:ext uri="{9D8B030D-6E8A-4147-A177-3AD203B41FA5}">
                      <a16:colId xmlns:a16="http://schemas.microsoft.com/office/drawing/2014/main" val="2257588846"/>
                    </a:ext>
                  </a:extLst>
                </a:gridCol>
              </a:tblGrid>
              <a:tr h="65221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60688"/>
                  </a:ext>
                </a:extLst>
              </a:tr>
              <a:tr h="65221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073060"/>
                  </a:ext>
                </a:extLst>
              </a:tr>
              <a:tr h="65221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293170"/>
                  </a:ext>
                </a:extLst>
              </a:tr>
              <a:tr h="65221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3855133"/>
                  </a:ext>
                </a:extLst>
              </a:tr>
              <a:tr h="65221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200054"/>
                  </a:ext>
                </a:extLst>
              </a:tr>
              <a:tr h="65221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585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37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</TotalTime>
  <Words>1163</Words>
  <Application>Microsoft Office PowerPoint</Application>
  <PresentationFormat>Widescreen</PresentationFormat>
  <Paragraphs>372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Baines, Jamie (Student)</dc:creator>
  <cp:lastModifiedBy>Baines, Jamie (Student)</cp:lastModifiedBy>
  <cp:revision>40</cp:revision>
  <dcterms:created xsi:type="dcterms:W3CDTF">2026-03-27T22:31:50Z</dcterms:created>
  <dcterms:modified xsi:type="dcterms:W3CDTF">2026-03-29T20:40:25Z</dcterms:modified>
</cp:coreProperties>
</file>